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9" r:id="rId4"/>
    <p:sldId id="261" r:id="rId5"/>
    <p:sldId id="262" r:id="rId6"/>
    <p:sldId id="263" r:id="rId7"/>
    <p:sldId id="269" r:id="rId8"/>
    <p:sldId id="270" r:id="rId9"/>
    <p:sldId id="271" r:id="rId10"/>
    <p:sldId id="275" r:id="rId11"/>
    <p:sldId id="274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82" autoAdjust="0"/>
    <p:restoredTop sz="86483" autoAdjust="0"/>
  </p:normalViewPr>
  <p:slideViewPr>
    <p:cSldViewPr snapToGrid="0" showGuides="1">
      <p:cViewPr varScale="1">
        <p:scale>
          <a:sx n="108" d="100"/>
          <a:sy n="108" d="100"/>
        </p:scale>
        <p:origin x="384" y="64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DCA21-BD5B-47B2-B8D7-EFF5A5BDBA5B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C5E648-C5BF-46F1-B2DE-46B7DF4E8A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5292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 descr="efa9f7ec-a87a-4f1a-a505-312fcf345fe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平行四边形 5" descr="be1b735b-4db5-46e0-b870-d0b09e51d8a4"/>
            <p:cNvSpPr/>
            <p:nvPr/>
          </p:nvSpPr>
          <p:spPr>
            <a:xfrm>
              <a:off x="5095975" y="0"/>
              <a:ext cx="5182916" cy="6858000"/>
            </a:xfrm>
            <a:prstGeom prst="parallelogram">
              <a:avLst>
                <a:gd name="adj" fmla="val 37628"/>
              </a:avLst>
            </a:prstGeom>
            <a:solidFill>
              <a:srgbClr val="00ACE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 descr="5a6e2a0d-12f0-43e7-b374-f78de3929ac6"/>
            <p:cNvSpPr/>
            <p:nvPr/>
          </p:nvSpPr>
          <p:spPr>
            <a:xfrm>
              <a:off x="0" y="0"/>
              <a:ext cx="1756726" cy="324572"/>
            </a:xfrm>
            <a:prstGeom prst="rect">
              <a:avLst/>
            </a:prstGeom>
            <a:solidFill>
              <a:srgbClr val="00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 descr="d96d8ab3-8d76-4395-94ae-fb021462658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8500" y="0"/>
              <a:ext cx="5143500" cy="6858000"/>
            </a:xfrm>
            <a:prstGeom prst="rect">
              <a:avLst/>
            </a:prstGeom>
          </p:spPr>
        </p:pic>
        <p:sp>
          <p:nvSpPr>
            <p:cNvPr id="9" name="平行四边形 8" descr="e1b3c307-8979-47ba-a0c0-5bea9b0d1b92"/>
            <p:cNvSpPr/>
            <p:nvPr/>
          </p:nvSpPr>
          <p:spPr>
            <a:xfrm>
              <a:off x="6335984" y="0"/>
              <a:ext cx="4318550" cy="6858000"/>
            </a:xfrm>
            <a:prstGeom prst="parallelogram">
              <a:avLst>
                <a:gd name="adj" fmla="val 44827"/>
              </a:avLst>
            </a:prstGeom>
            <a:solidFill>
              <a:srgbClr val="5F77EF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 descr="1704cce6-42e2-4288-ab8b-b917b5bab5d1"/>
          <p:cNvSpPr>
            <a:spLocks noGrp="1"/>
          </p:cNvSpPr>
          <p:nvPr>
            <p:ph type="ctrTitle" hasCustomPrompt="1"/>
          </p:nvPr>
        </p:nvSpPr>
        <p:spPr>
          <a:xfrm>
            <a:off x="660399" y="1130300"/>
            <a:ext cx="6012457" cy="221711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 descr="50516ed4-ae00-4eef-9cec-7d34fec8d280"/>
          <p:cNvSpPr>
            <a:spLocks noGrp="1"/>
          </p:cNvSpPr>
          <p:nvPr>
            <p:ph type="subTitle" idx="1" hasCustomPrompt="1"/>
          </p:nvPr>
        </p:nvSpPr>
        <p:spPr>
          <a:xfrm>
            <a:off x="660401" y="3548683"/>
            <a:ext cx="4138117" cy="7475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lIns="91440" tIns="45720" rIns="91440" bIns="45720"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 descr="e1b805fd-e972-4811-b487-d3ef0f24148b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59d90245-34e1-4bba-9907-645a068ef2fb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8e52e30d-783b-427c-8379-d2345bfb0e9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内容占位符 2" descr="7b37cdf4-2ee1-4d07-b534-704e22974c68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a9039978-d193-4fed-9e9a-9e333a0f1d2b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2f87bb18-7311-4d09-b7ef-ba4645645f7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a593c0ad-be46-45e7-9771-d2bfa122ade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ea8942e4-b22e-48f5-ba3c-278fd099f4ff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 descr="07ae4ac5-e0f0-43ca-a17f-7ca7f8791b4c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 descr="e7347472-90c0-47d1-b92a-d6f1ebe49bac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87a93f90-a3e6-469a-a59f-3ce1897c16a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ebb2bd73-437f-4286-9a7d-966423ba71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直接连接符 6" descr="d7af73de-5230-4db3-8592-802eab68cf88"/>
          <p:cNvCxnSpPr/>
          <p:nvPr/>
        </p:nvCxnSpPr>
        <p:spPr>
          <a:xfrm flipH="1"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 descr="419879d2-9504-4947-bbb1-6ebb5bcf9a38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 descr="9026432f-9e4b-4d9d-9e7b-835e57932274"/>
          <p:cNvGrpSpPr/>
          <p:nvPr/>
        </p:nvGrpSpPr>
        <p:grpSpPr>
          <a:xfrm>
            <a:off x="0" y="0"/>
            <a:ext cx="12191999" cy="6858000"/>
            <a:chOff x="0" y="0"/>
            <a:chExt cx="12191999" cy="6858000"/>
          </a:xfrm>
        </p:grpSpPr>
        <p:sp>
          <p:nvSpPr>
            <p:cNvPr id="8" name="平行四边形 7" descr="d5beb178-ebf7-4165-a51a-fb4d197062ad"/>
            <p:cNvSpPr/>
            <p:nvPr/>
          </p:nvSpPr>
          <p:spPr>
            <a:xfrm flipH="1">
              <a:off x="1913109" y="0"/>
              <a:ext cx="5182916" cy="6858000"/>
            </a:xfrm>
            <a:prstGeom prst="parallelogram">
              <a:avLst>
                <a:gd name="adj" fmla="val 37628"/>
              </a:avLst>
            </a:prstGeom>
            <a:solidFill>
              <a:srgbClr val="00ACE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792bd9a4-89ea-4818-be47-8a65af77faa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0" y="0"/>
              <a:ext cx="5143500" cy="6858000"/>
            </a:xfrm>
            <a:prstGeom prst="rect">
              <a:avLst/>
            </a:prstGeom>
          </p:spPr>
        </p:pic>
        <p:sp>
          <p:nvSpPr>
            <p:cNvPr id="10" name="平行四边形 9" descr="fbfc357a-1958-435d-8f42-301ef4670b2e"/>
            <p:cNvSpPr/>
            <p:nvPr/>
          </p:nvSpPr>
          <p:spPr>
            <a:xfrm flipH="1">
              <a:off x="1537466" y="0"/>
              <a:ext cx="4318550" cy="6858000"/>
            </a:xfrm>
            <a:prstGeom prst="parallelogram">
              <a:avLst>
                <a:gd name="adj" fmla="val 44827"/>
              </a:avLst>
            </a:prstGeom>
            <a:solidFill>
              <a:srgbClr val="5F77EF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 descr="fe4a7ea7-1462-4e45-b0ed-826a46815940"/>
            <p:cNvSpPr/>
            <p:nvPr/>
          </p:nvSpPr>
          <p:spPr>
            <a:xfrm>
              <a:off x="11824854" y="0"/>
              <a:ext cx="367145" cy="6858000"/>
            </a:xfrm>
            <a:prstGeom prst="rect">
              <a:avLst/>
            </a:prstGeom>
            <a:solidFill>
              <a:srgbClr val="00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 descr="ca331f46-e483-4bd9-93bb-8f5665b94712"/>
          <p:cNvSpPr>
            <a:spLocks noGrp="1"/>
          </p:cNvSpPr>
          <p:nvPr>
            <p:ph type="title" hasCustomPrompt="1"/>
          </p:nvPr>
        </p:nvSpPr>
        <p:spPr>
          <a:xfrm>
            <a:off x="6083300" y="2115395"/>
            <a:ext cx="5435600" cy="13716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 descr="72231931-e91c-450f-9bfb-8092702750eb"/>
          <p:cNvSpPr>
            <a:spLocks noGrp="1"/>
          </p:cNvSpPr>
          <p:nvPr>
            <p:ph type="body" idx="1" hasCustomPrompt="1"/>
          </p:nvPr>
        </p:nvSpPr>
        <p:spPr>
          <a:xfrm>
            <a:off x="6083300" y="3492500"/>
            <a:ext cx="5435600" cy="27432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 descr="d1aee70d-a74c-4542-b9e9-517bda241a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 descr="eedd0277-b63d-4c2f-91db-3e4f62b09f4c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 descr="6987974b-5d17-4960-bc5a-21ae51bbfc2b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 descr="429cf46c-1f81-404e-a67f-e0bbd0510fa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 descr="0fa9a627-4899-4604-8b94-e556583ebd8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 descr="6f9afa9b-a199-4d7c-b9bb-eecc1bbb9ce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 descr="e25ddc1b-d8c2-4ed9-bd1c-048e7d001fb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 descr="c16bc4bc-6ae0-4392-afe0-510acbc8f00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 descr="84d61ca8-568e-448f-9bcf-bd518472069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 descr="27046fe2-c2a8-47ae-b420-b99553a1e7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" name="平行四边形 5" descr="9806458b-c44b-4cc7-90ae-3b6f84fbdc38"/>
            <p:cNvSpPr/>
            <p:nvPr/>
          </p:nvSpPr>
          <p:spPr>
            <a:xfrm>
              <a:off x="5095975" y="0"/>
              <a:ext cx="5182916" cy="6858000"/>
            </a:xfrm>
            <a:prstGeom prst="parallelogram">
              <a:avLst>
                <a:gd name="adj" fmla="val 37628"/>
              </a:avLst>
            </a:prstGeom>
            <a:solidFill>
              <a:srgbClr val="00ACEE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 descr="673038a7-a535-4b90-903d-a329221a1836"/>
            <p:cNvSpPr/>
            <p:nvPr/>
          </p:nvSpPr>
          <p:spPr>
            <a:xfrm>
              <a:off x="0" y="0"/>
              <a:ext cx="1756726" cy="324572"/>
            </a:xfrm>
            <a:prstGeom prst="rect">
              <a:avLst/>
            </a:prstGeom>
            <a:solidFill>
              <a:srgbClr val="00AC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 descr="5e9d0079-9515-438a-9165-b3c478bd9191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48500" y="0"/>
              <a:ext cx="5143500" cy="6858000"/>
            </a:xfrm>
            <a:prstGeom prst="rect">
              <a:avLst/>
            </a:prstGeom>
          </p:spPr>
        </p:pic>
        <p:sp>
          <p:nvSpPr>
            <p:cNvPr id="9" name="平行四边形 8" descr="497f2ade-ce2a-4bcc-859e-112451e718f5"/>
            <p:cNvSpPr/>
            <p:nvPr/>
          </p:nvSpPr>
          <p:spPr>
            <a:xfrm>
              <a:off x="6335984" y="0"/>
              <a:ext cx="4318550" cy="6858000"/>
            </a:xfrm>
            <a:prstGeom prst="parallelogram">
              <a:avLst>
                <a:gd name="adj" fmla="val 44827"/>
              </a:avLst>
            </a:prstGeom>
            <a:solidFill>
              <a:srgbClr val="5F77EF">
                <a:alpha val="35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 descr="60a6aad6-78c6-4fac-8fa2-8a8086db68bc"/>
          <p:cNvSpPr>
            <a:spLocks noGrp="1"/>
          </p:cNvSpPr>
          <p:nvPr>
            <p:ph type="title" hasCustomPrompt="1"/>
          </p:nvPr>
        </p:nvSpPr>
        <p:spPr>
          <a:xfrm>
            <a:off x="660400" y="2406376"/>
            <a:ext cx="5435600" cy="1371600"/>
          </a:xfrm>
        </p:spPr>
        <p:txBody>
          <a:bodyPr anchor="ctr">
            <a:noAutofit/>
          </a:bodyPr>
          <a:lstStyle>
            <a:lvl1pPr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 descr="f3881095-9dfe-475e-8fbf-fc6f34d2dd1b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5585460"/>
            <a:ext cx="3657600" cy="274320"/>
          </a:xfrm>
        </p:spPr>
        <p:txBody>
          <a:bodyPr anchor="ctr"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 descr="d553c907-8de9-40a2-8f62-ac1748c99aaa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ransition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1704cce6-42e2-4288-ab8b-b917b5bab5d1"/>
          <p:cNvSpPr>
            <a:spLocks noGrp="1"/>
          </p:cNvSpPr>
          <p:nvPr>
            <p:ph type="ctrTitle" hasCustomPrompt="1"/>
          </p:nvPr>
        </p:nvSpPr>
        <p:spPr>
          <a:xfrm>
            <a:off x="145300" y="302733"/>
            <a:ext cx="6377702" cy="2217118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sz="4000" b="1" i="0" u="none" dirty="0">
                <a:solidFill>
                  <a:srgbClr val="2F2F2F"/>
                </a:solidFill>
                <a:ea typeface="微软雅黑"/>
              </a:rPr>
              <a:t>信息可视化</a:t>
            </a:r>
            <a:br>
              <a:rPr lang="en-US" altLang="zh-CN" sz="4000" b="1" i="0" u="none" dirty="0">
                <a:solidFill>
                  <a:srgbClr val="2F2F2F"/>
                </a:solidFill>
                <a:ea typeface="微软雅黑"/>
              </a:rPr>
            </a:br>
            <a:r>
              <a:rPr lang="en-US" sz="3600" b="1" i="0" u="none" dirty="0" err="1">
                <a:solidFill>
                  <a:srgbClr val="2F2F2F"/>
                </a:solidFill>
                <a:ea typeface="微软雅黑"/>
              </a:rPr>
              <a:t>结课汇报</a:t>
            </a:r>
            <a:endParaRPr lang="en-US" sz="3600" b="1" i="0" u="none" dirty="0">
              <a:solidFill>
                <a:srgbClr val="2F2F2F"/>
              </a:solidFill>
              <a:ea typeface="微软雅黑"/>
            </a:endParaRPr>
          </a:p>
        </p:txBody>
      </p:sp>
      <p:sp>
        <p:nvSpPr>
          <p:cNvPr id="3" name="副标题 2" descr="50516ed4-ae00-4eef-9cec-7d34fec8d280"/>
          <p:cNvSpPr>
            <a:spLocks noGrp="1"/>
          </p:cNvSpPr>
          <p:nvPr>
            <p:ph type="subTitle" idx="1" hasCustomPrompt="1"/>
          </p:nvPr>
        </p:nvSpPr>
        <p:spPr>
          <a:xfrm>
            <a:off x="363578" y="3683554"/>
            <a:ext cx="4138117" cy="747546"/>
          </a:xfrm>
        </p:spPr>
        <p:txBody>
          <a:bodyPr anchorCtr="0">
            <a:noAutofit/>
          </a:bodyPr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en-US" sz="1800" b="0" i="0" u="none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深圳机场出行选择研究</a:t>
            </a:r>
            <a:endParaRPr lang="en-US" sz="1800" b="0" i="0" u="none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3" descr="e1b805fd-e972-4811-b487-d3ef0f24148b"/>
          <p:cNvSpPr>
            <a:spLocks noGrp="1"/>
          </p:cNvSpPr>
          <p:nvPr>
            <p:ph type="body" sz="quarter" idx="13" hasCustomPrompt="1"/>
          </p:nvPr>
        </p:nvSpPr>
        <p:spPr/>
        <p:txBody>
          <a:bodyPr anchorCtr="0">
            <a:normAutofit lnSpcReduction="10000"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zh-CN" altLang="en-US" sz="1110" dirty="0">
                <a:solidFill>
                  <a:srgbClr val="2F2F2F"/>
                </a:solidFill>
                <a:ea typeface="微软雅黑"/>
              </a:rPr>
              <a:t>袁宁 卢筠言 黄若涵 潘梦飞 尹嘉慧 </a:t>
            </a:r>
            <a:endParaRPr lang="en-US" sz="1110" b="0" i="0" u="none" dirty="0">
              <a:solidFill>
                <a:srgbClr val="2F2F2F"/>
              </a:solidFill>
              <a:ea typeface="微软雅黑"/>
            </a:endParaRPr>
          </a:p>
        </p:txBody>
      </p:sp>
      <p:sp>
        <p:nvSpPr>
          <p:cNvPr id="5" name="文本占位符 4" descr="59d90245-34e1-4bba-9907-645a068ef2fb"/>
          <p:cNvSpPr>
            <a:spLocks noGrp="1"/>
          </p:cNvSpPr>
          <p:nvPr>
            <p:ph type="body" sz="quarter" idx="14" hasCustomPrompt="1"/>
          </p:nvPr>
        </p:nvSpPr>
        <p:spPr/>
        <p:txBody>
          <a:bodyPr anchorCtr="0">
            <a:normAutofit fontScale="92500" lnSpcReduction="10000"/>
          </a:bodyPr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en-US" dirty="0">
                <a:latin typeface="微软雅黑"/>
              </a:rPr>
              <a:t>2025.12.20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E7D1F21B-4B0F-A54B-558C-46E4A9C30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56" y="712153"/>
            <a:ext cx="3038475" cy="561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e318f4f-f176-4133-a59b-b666eba84b45.source.3.zh-Hans.pptx" descr="39bd419e-0b65-4942-8eda-8d23b78defad">
            <a:extLst>
              <a:ext uri="{FF2B5EF4-FFF2-40B4-BE49-F238E27FC236}">
                <a16:creationId xmlns:a16="http://schemas.microsoft.com/office/drawing/2014/main" id="{B727A54F-24D7-889A-883C-CA0B15BA16D7}"/>
              </a:ext>
            </a:extLst>
          </p:cNvPr>
          <p:cNvGrpSpPr/>
          <p:nvPr/>
        </p:nvGrpSpPr>
        <p:grpSpPr>
          <a:xfrm>
            <a:off x="0" y="0"/>
            <a:ext cx="12192001" cy="6858000"/>
            <a:chOff x="0" y="0"/>
            <a:chExt cx="12192001" cy="6858000"/>
          </a:xfrm>
        </p:grpSpPr>
        <p:sp>
          <p:nvSpPr>
            <p:cNvPr id="42" name="矩形: 圆角 41" descr="cf483291-0f6d-41d7-a66f-160df999c5c8">
              <a:extLst>
                <a:ext uri="{FF2B5EF4-FFF2-40B4-BE49-F238E27FC236}">
                  <a16:creationId xmlns:a16="http://schemas.microsoft.com/office/drawing/2014/main" id="{1678788B-66E9-AD58-CF39-C62A0A63776A}"/>
                </a:ext>
              </a:extLst>
            </p:cNvPr>
            <p:cNvSpPr/>
            <p:nvPr/>
          </p:nvSpPr>
          <p:spPr>
            <a:xfrm>
              <a:off x="0" y="0"/>
              <a:ext cx="12192001" cy="6858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5000"/>
                  </a:scheme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endParaRPr/>
            </a:p>
          </p:txBody>
        </p:sp>
        <p:sp>
          <p:nvSpPr>
            <p:cNvPr id="43" name="Title" descr="fca4d15f-f661-400b-a837-10167d1eb754">
              <a:extLst>
                <a:ext uri="{FF2B5EF4-FFF2-40B4-BE49-F238E27FC236}">
                  <a16:creationId xmlns:a16="http://schemas.microsoft.com/office/drawing/2014/main" id="{A3DC404C-E0E2-4F2D-1F4D-D68799FFAA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00"/>
              <a:ext cx="3581400" cy="105768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l"/>
              <a:endParaRPr/>
            </a:p>
          </p:txBody>
        </p:sp>
        <p:sp>
          <p:nvSpPr>
            <p:cNvPr id="44" name="矩形: 圆角 43" descr="3f592bb8-6793-4c2b-a166-1429bdc09779">
              <a:extLst>
                <a:ext uri="{FF2B5EF4-FFF2-40B4-BE49-F238E27FC236}">
                  <a16:creationId xmlns:a16="http://schemas.microsoft.com/office/drawing/2014/main" id="{0CF22F14-E147-D47D-5EC2-A2587EDCB8EB}"/>
                </a:ext>
              </a:extLst>
            </p:cNvPr>
            <p:cNvSpPr/>
            <p:nvPr/>
          </p:nvSpPr>
          <p:spPr>
            <a:xfrm>
              <a:off x="0" y="1411613"/>
              <a:ext cx="660400" cy="506087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/>
                </a:gs>
              </a:gsLst>
              <a:lin ang="10800000" scaled="1"/>
              <a:tileRect/>
            </a:gradFill>
            <a:ln>
              <a:noFill/>
            </a:ln>
            <a:effectLst>
              <a:outerShdw blurRad="50800" dist="50800" dir="5400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91440" tIns="45720" rIns="91440" bIns="45720" rtlCol="0" anchor="ctr" anchorCtr="0">
              <a:normAutofit/>
            </a:bodyPr>
            <a:lstStyle/>
            <a:p>
              <a:pPr algn="ctr"/>
              <a:endParaRPr/>
            </a:p>
          </p:txBody>
        </p:sp>
        <p:grpSp>
          <p:nvGrpSpPr>
            <p:cNvPr id="326" name="组合 325" descr="2d151aaa-2a84-4ad9-ad92-4ccd64429f6b">
              <a:extLst>
                <a:ext uri="{FF2B5EF4-FFF2-40B4-BE49-F238E27FC236}">
                  <a16:creationId xmlns:a16="http://schemas.microsoft.com/office/drawing/2014/main" id="{76EB6DF3-B7A8-8031-9CD8-D54E3DF5AA3C}"/>
                </a:ext>
              </a:extLst>
            </p:cNvPr>
            <p:cNvGrpSpPr/>
            <p:nvPr/>
          </p:nvGrpSpPr>
          <p:grpSpPr>
            <a:xfrm>
              <a:off x="1943413" y="1130299"/>
              <a:ext cx="9575487" cy="5003800"/>
              <a:chOff x="1943413" y="1130299"/>
              <a:chExt cx="9575487" cy="5003800"/>
            </a:xfrm>
          </p:grpSpPr>
          <p:grpSp>
            <p:nvGrpSpPr>
              <p:cNvPr id="45" name="组合 44" descr="5c321671-4a6a-4bb5-91b6-c9e984c9a739">
                <a:extLst>
                  <a:ext uri="{FF2B5EF4-FFF2-40B4-BE49-F238E27FC236}">
                    <a16:creationId xmlns:a16="http://schemas.microsoft.com/office/drawing/2014/main" id="{9F5D58E0-9F24-D16E-019B-6CD9BE5B234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4141267" y="1130299"/>
                <a:ext cx="7377633" cy="1505984"/>
                <a:chOff x="5712861" y="1765671"/>
                <a:chExt cx="6268748" cy="1613182"/>
              </a:xfrm>
            </p:grpSpPr>
            <p:grpSp>
              <p:nvGrpSpPr>
                <p:cNvPr id="46" name="组合 2" descr="b9fc09b5-c6d0-4cde-85c6-3a1a72d78c77">
                  <a:extLst>
                    <a:ext uri="{FF2B5EF4-FFF2-40B4-BE49-F238E27FC236}">
                      <a16:creationId xmlns:a16="http://schemas.microsoft.com/office/drawing/2014/main" id="{8D1BB885-B8EA-609F-3FC3-C569050FBEEE}"/>
                    </a:ext>
                  </a:extLst>
                </p:cNvPr>
                <p:cNvGrpSpPr/>
                <p:nvPr/>
              </p:nvGrpSpPr>
              <p:grpSpPr>
                <a:xfrm>
                  <a:off x="5712861" y="1765671"/>
                  <a:ext cx="6268748" cy="1613182"/>
                  <a:chOff x="4660424" y="2326752"/>
                  <a:chExt cx="6268748" cy="1613182"/>
                </a:xfrm>
              </p:grpSpPr>
              <p:sp>
                <p:nvSpPr>
                  <p:cNvPr id="48" name="ComponentBackground1" descr="338850ea-e026-4373-ae98-82553ef3eb42">
                    <a:extLst>
                      <a:ext uri="{FF2B5EF4-FFF2-40B4-BE49-F238E27FC236}">
                        <a16:creationId xmlns:a16="http://schemas.microsoft.com/office/drawing/2014/main" id="{D53E11FF-88D7-91AB-32EE-237A8D6AD55B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2326752"/>
                    <a:ext cx="6268748" cy="161318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5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2700000" scaled="0"/>
                    </a:gradFill>
                    <a:prstDash val="solid"/>
                    <a:round/>
                  </a:ln>
                  <a:effectLst>
                    <a:outerShdw blurRad="254000" dist="127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/>
                  </a:p>
                </p:txBody>
              </p:sp>
              <p:sp>
                <p:nvSpPr>
                  <p:cNvPr id="50" name="Bullet1" descr="e622ebd5-4b6a-4766-b4ff-d9d82f3fe7dc">
                    <a:extLst>
                      <a:ext uri="{FF2B5EF4-FFF2-40B4-BE49-F238E27FC236}">
                        <a16:creationId xmlns:a16="http://schemas.microsoft.com/office/drawing/2014/main" id="{CAE54A4E-926D-1D07-AB58-90447AB98A8A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6094740" y="2641764"/>
                    <a:ext cx="3132129" cy="9831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2200" b="1" i="0" u="none">
                        <a:solidFill>
                          <a:srgbClr val="2F2F2F"/>
                        </a:solidFill>
                        <a:ea typeface="微软雅黑"/>
                      </a:rPr>
                      <a:t>研究背景与目的</a:t>
                    </a:r>
                  </a:p>
                </p:txBody>
              </p:sp>
            </p:grpSp>
            <p:sp>
              <p:nvSpPr>
                <p:cNvPr id="47" name="Number1" descr="981ca637-303f-4d87-99d0-3c358ab8a2f5">
                  <a:extLst>
                    <a:ext uri="{FF2B5EF4-FFF2-40B4-BE49-F238E27FC236}">
                      <a16:creationId xmlns:a16="http://schemas.microsoft.com/office/drawing/2014/main" id="{D2BFEF51-0E66-DC23-7B27-9A0F583455D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60308" y="1765671"/>
                  <a:ext cx="727462" cy="1097969"/>
                </a:xfrm>
                <a:prstGeom prst="round2SameRect">
                  <a:avLst>
                    <a:gd name="adj1" fmla="val 0"/>
                    <a:gd name="adj2" fmla="val 3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id="51" name="组合 1" descr="028be25d-e98b-47c6-a61a-024541aea2af">
                <a:extLst>
                  <a:ext uri="{FF2B5EF4-FFF2-40B4-BE49-F238E27FC236}">
                    <a16:creationId xmlns:a16="http://schemas.microsoft.com/office/drawing/2014/main" id="{26BF472F-ABE4-B8F5-D730-AB293D32BA3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042340" y="2879207"/>
                <a:ext cx="7377633" cy="1505984"/>
                <a:chOff x="5712861" y="1765671"/>
                <a:chExt cx="6268748" cy="1613182"/>
              </a:xfrm>
            </p:grpSpPr>
            <p:grpSp>
              <p:nvGrpSpPr>
                <p:cNvPr id="52" name="组合 2" descr="7e36d634-8b2c-4750-aa24-50444bd4d29b">
                  <a:extLst>
                    <a:ext uri="{FF2B5EF4-FFF2-40B4-BE49-F238E27FC236}">
                      <a16:creationId xmlns:a16="http://schemas.microsoft.com/office/drawing/2014/main" id="{ECE25C3D-96DE-FCA9-2EED-8CB187346927}"/>
                    </a:ext>
                  </a:extLst>
                </p:cNvPr>
                <p:cNvGrpSpPr/>
                <p:nvPr/>
              </p:nvGrpSpPr>
              <p:grpSpPr>
                <a:xfrm>
                  <a:off x="5712861" y="1765671"/>
                  <a:ext cx="6268748" cy="1613182"/>
                  <a:chOff x="4660424" y="2326752"/>
                  <a:chExt cx="6268748" cy="1613182"/>
                </a:xfrm>
              </p:grpSpPr>
              <p:sp>
                <p:nvSpPr>
                  <p:cNvPr id="54" name="ComponentBackground2" descr="542127a1-32f9-46e1-9e31-db6b7adbbb64">
                    <a:extLst>
                      <a:ext uri="{FF2B5EF4-FFF2-40B4-BE49-F238E27FC236}">
                        <a16:creationId xmlns:a16="http://schemas.microsoft.com/office/drawing/2014/main" id="{32592299-1CDC-3FE5-E132-753B8253E9CA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2326752"/>
                    <a:ext cx="6268748" cy="161318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5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2700000" scaled="0"/>
                    </a:gradFill>
                    <a:prstDash val="solid"/>
                    <a:round/>
                  </a:ln>
                  <a:effectLst>
                    <a:outerShdw blurRad="254000" dist="127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/>
                  </a:p>
                </p:txBody>
              </p:sp>
              <p:sp>
                <p:nvSpPr>
                  <p:cNvPr id="55" name="Bullet2" descr="17c0b3a3-810c-4742-abfd-4509a62cd26d">
                    <a:extLst>
                      <a:ext uri="{FF2B5EF4-FFF2-40B4-BE49-F238E27FC236}">
                        <a16:creationId xmlns:a16="http://schemas.microsoft.com/office/drawing/2014/main" id="{B8D55FE2-085A-363B-AC2F-5933934AD1F3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6094740" y="2641764"/>
                    <a:ext cx="3132129" cy="9831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2200" b="1" i="0" u="none">
                        <a:solidFill>
                          <a:srgbClr val="2F2F2F"/>
                        </a:solidFill>
                        <a:ea typeface="微软雅黑"/>
                      </a:rPr>
                      <a:t>研究手段</a:t>
                    </a:r>
                  </a:p>
                </p:txBody>
              </p:sp>
            </p:grpSp>
            <p:sp>
              <p:nvSpPr>
                <p:cNvPr id="53" name="Number2" descr="f201c7a3-6b1e-42d3-8a62-6d28c47040e6">
                  <a:extLst>
                    <a:ext uri="{FF2B5EF4-FFF2-40B4-BE49-F238E27FC236}">
                      <a16:creationId xmlns:a16="http://schemas.microsoft.com/office/drawing/2014/main" id="{C6F3FA7D-C337-AB79-4758-5A17DEEEE0CB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60308" y="1765671"/>
                  <a:ext cx="727462" cy="1097969"/>
                </a:xfrm>
                <a:prstGeom prst="round2SameRect">
                  <a:avLst>
                    <a:gd name="adj1" fmla="val 0"/>
                    <a:gd name="adj2" fmla="val 3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id="56" name="组合 1" descr="3aa2d03d-3567-4868-aa99-c45b6b0244c4">
                <a:extLst>
                  <a:ext uri="{FF2B5EF4-FFF2-40B4-BE49-F238E27FC236}">
                    <a16:creationId xmlns:a16="http://schemas.microsoft.com/office/drawing/2014/main" id="{368C9CC0-370E-FC67-B4C2-D537A8C296D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943413" y="4628115"/>
                <a:ext cx="7377633" cy="1505984"/>
                <a:chOff x="5712861" y="1765671"/>
                <a:chExt cx="6268748" cy="1613182"/>
              </a:xfrm>
            </p:grpSpPr>
            <p:grpSp>
              <p:nvGrpSpPr>
                <p:cNvPr id="57" name="组合 2" descr="06b5d7c2-6096-43da-9eee-862842a26020">
                  <a:extLst>
                    <a:ext uri="{FF2B5EF4-FFF2-40B4-BE49-F238E27FC236}">
                      <a16:creationId xmlns:a16="http://schemas.microsoft.com/office/drawing/2014/main" id="{C5D0ED4C-5B39-EEDD-C469-0A4E1C9BEA41}"/>
                    </a:ext>
                  </a:extLst>
                </p:cNvPr>
                <p:cNvGrpSpPr/>
                <p:nvPr/>
              </p:nvGrpSpPr>
              <p:grpSpPr>
                <a:xfrm>
                  <a:off x="5712861" y="1765671"/>
                  <a:ext cx="6268748" cy="1613182"/>
                  <a:chOff x="4660424" y="2326752"/>
                  <a:chExt cx="6268748" cy="1613182"/>
                </a:xfrm>
              </p:grpSpPr>
              <p:sp>
                <p:nvSpPr>
                  <p:cNvPr id="59" name="ComponentBackground3" descr="ce8a2525-9eb8-4765-a02d-32e11b4a76d3">
                    <a:extLst>
                      <a:ext uri="{FF2B5EF4-FFF2-40B4-BE49-F238E27FC236}">
                        <a16:creationId xmlns:a16="http://schemas.microsoft.com/office/drawing/2014/main" id="{581CFB8C-6C99-7189-2212-2FE17B35BE18}"/>
                      </a:ext>
                    </a:extLst>
                  </p:cNvPr>
                  <p:cNvSpPr>
                    <a:spLocks/>
                  </p:cNvSpPr>
                  <p:nvPr/>
                </p:nvSpPr>
                <p:spPr>
                  <a:xfrm>
                    <a:off x="4660424" y="2326752"/>
                    <a:ext cx="6268748" cy="161318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2700" cap="rnd">
                    <a:gradFill>
                      <a:gsLst>
                        <a:gs pos="0">
                          <a:schemeClr val="accent1">
                            <a:lumMod val="45000"/>
                            <a:lumOff val="55000"/>
                          </a:schemeClr>
                        </a:gs>
                        <a:gs pos="50000">
                          <a:schemeClr val="accent1">
                            <a:lumMod val="30000"/>
                            <a:lumOff val="70000"/>
                            <a:alpha val="0"/>
                          </a:schemeClr>
                        </a:gs>
                      </a:gsLst>
                      <a:lin ang="2700000" scaled="0"/>
                    </a:gradFill>
                    <a:prstDash val="solid"/>
                    <a:round/>
                  </a:ln>
                  <a:effectLst>
                    <a:outerShdw blurRad="254000" dist="127000" algn="ctr" rotWithShape="0">
                      <a:schemeClr val="accent1">
                        <a:alpha val="15000"/>
                      </a:scheme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0" tIns="0" rIns="0" bIns="0" numCol="1" spcCol="0" rtlCol="0" fromWordArt="0" anchor="ctr" anchorCtr="0" forceAA="0" compatLnSpc="1">
                    <a:normAutofit/>
                  </a:bodyPr>
                  <a:lstStyle/>
                  <a:p>
                    <a:pPr algn="r"/>
                    <a:endParaRPr/>
                  </a:p>
                </p:txBody>
              </p:sp>
              <p:sp>
                <p:nvSpPr>
                  <p:cNvPr id="60" name="Bullet3" descr="5b1955cf-740b-49de-9559-20f9425ce2b2">
                    <a:extLst>
                      <a:ext uri="{FF2B5EF4-FFF2-40B4-BE49-F238E27FC236}">
                        <a16:creationId xmlns:a16="http://schemas.microsoft.com/office/drawing/2014/main" id="{37496E61-B3E6-75C7-336B-A5DBE9E79A68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 bwMode="auto">
                  <a:xfrm>
                    <a:off x="6094740" y="2641764"/>
                    <a:ext cx="3132129" cy="98316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square" lIns="91440" tIns="45720" rIns="91440" bIns="45720" anchor="ctr" anchorCtr="0">
                    <a:normAutofit/>
                  </a:bodyPr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</a:defRPr>
                    </a:lvl9pPr>
                  </a:lstStyle>
                  <a:p>
                    <a:pPr algn="l">
                      <a:spcBef>
                        <a:spcPct val="0"/>
                      </a:spcBef>
                    </a:pPr>
                    <a:r>
                      <a:rPr lang="en-US" sz="2200" b="1" i="0" u="none">
                        <a:solidFill>
                          <a:srgbClr val="2F2F2F"/>
                        </a:solidFill>
                        <a:ea typeface="微软雅黑"/>
                      </a:rPr>
                      <a:t>研究成果</a:t>
                    </a:r>
                  </a:p>
                </p:txBody>
              </p:sp>
            </p:grpSp>
            <p:sp>
              <p:nvSpPr>
                <p:cNvPr id="58" name="Number3" descr="61bf08ee-78de-4919-a5e4-bcaf71899321">
                  <a:extLst>
                    <a:ext uri="{FF2B5EF4-FFF2-40B4-BE49-F238E27FC236}">
                      <a16:creationId xmlns:a16="http://schemas.microsoft.com/office/drawing/2014/main" id="{E378AEB5-C860-2E05-A75B-914A60491C28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6260308" y="1765671"/>
                  <a:ext cx="727462" cy="1097969"/>
                </a:xfrm>
                <a:prstGeom prst="round2SameRect">
                  <a:avLst>
                    <a:gd name="adj1" fmla="val 0"/>
                    <a:gd name="adj2" fmla="val 30000"/>
                  </a:avLst>
                </a:pr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</a:schemeClr>
                    </a:gs>
                    <a:gs pos="75000">
                      <a:schemeClr val="accent1"/>
                    </a:gs>
                  </a:gsLst>
                  <a:lin ang="2700000" scaled="1"/>
                  <a:tileRect/>
                </a:gradFill>
                <a:ln w="12700">
                  <a:noFill/>
                </a:ln>
                <a:effectLst>
                  <a:outerShdw blurRad="127000" dist="63500" dir="2700000" algn="tl" rotWithShape="0">
                    <a:schemeClr val="accent1">
                      <a:alpha val="15000"/>
                    </a:scheme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 anchorCtr="0">
                  <a:noAutofit/>
                </a:bodyPr>
                <a:lstStyle/>
                <a:p>
                  <a:pPr algn="ctr"/>
                  <a:r>
                    <a:rPr lang="en-US" sz="3000" b="1" i="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</p:grpSp>
        <p:sp>
          <p:nvSpPr>
            <p:cNvPr id="322" name="任意多边形: 形状 321" descr="e7ec11a8-05f6-47d3-9460-0945c0025345">
              <a:extLst>
                <a:ext uri="{FF2B5EF4-FFF2-40B4-BE49-F238E27FC236}">
                  <a16:creationId xmlns:a16="http://schemas.microsoft.com/office/drawing/2014/main" id="{D5385A5B-0087-7EC7-73CD-C44C965E0BBA}"/>
                </a:ext>
              </a:extLst>
            </p:cNvPr>
            <p:cNvSpPr/>
            <p:nvPr/>
          </p:nvSpPr>
          <p:spPr>
            <a:xfrm>
              <a:off x="6442292" y="0"/>
              <a:ext cx="5749708" cy="6858000"/>
            </a:xfrm>
            <a:custGeom>
              <a:avLst/>
              <a:gdLst>
                <a:gd name="connsiteX0" fmla="*/ 3419755 w 5749708"/>
                <a:gd name="connsiteY0" fmla="*/ 0 h 6858000"/>
                <a:gd name="connsiteX1" fmla="*/ 5749708 w 5749708"/>
                <a:gd name="connsiteY1" fmla="*/ 0 h 6858000"/>
                <a:gd name="connsiteX2" fmla="*/ 5749708 w 5749708"/>
                <a:gd name="connsiteY2" fmla="*/ 6858000 h 6858000"/>
                <a:gd name="connsiteX3" fmla="*/ 0 w 5749708"/>
                <a:gd name="connsiteY3" fmla="*/ 6858000 h 6858000"/>
                <a:gd name="connsiteX4" fmla="*/ 307090 w 5749708"/>
                <a:gd name="connsiteY4" fmla="*/ 6596669 h 6858000"/>
                <a:gd name="connsiteX5" fmla="*/ 3394629 w 5749708"/>
                <a:gd name="connsiteY5" fmla="*/ 35782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49708" h="6858000">
                  <a:moveTo>
                    <a:pt x="3419755" y="0"/>
                  </a:moveTo>
                  <a:lnTo>
                    <a:pt x="5749708" y="0"/>
                  </a:lnTo>
                  <a:lnTo>
                    <a:pt x="5749708" y="6858000"/>
                  </a:lnTo>
                  <a:lnTo>
                    <a:pt x="0" y="6858000"/>
                  </a:lnTo>
                  <a:lnTo>
                    <a:pt x="307090" y="6596669"/>
                  </a:lnTo>
                  <a:cubicBezTo>
                    <a:pt x="2007334" y="5077182"/>
                    <a:pt x="3159567" y="2864313"/>
                    <a:pt x="3394629" y="357828"/>
                  </a:cubicBezTo>
                  <a:close/>
                </a:path>
              </a:pathLst>
            </a:custGeom>
            <a:blipFill rotWithShape="1">
              <a:blip r:embed="rId2"/>
              <a:stretch>
                <a:fillRect l="-29517" r="-29517"/>
              </a:stretch>
            </a:blipFill>
            <a:ln>
              <a:noFill/>
            </a:ln>
            <a:effectLst>
              <a:outerShdw dist="50800" dir="10800000" algn="ctr" rotWithShape="0">
                <a:schemeClr val="accent1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Autofit/>
            </a:bodyPr>
            <a:lstStyle/>
            <a:p>
              <a:pPr algn="ctr"/>
              <a:endParaRPr/>
            </a:p>
          </p:txBody>
        </p:sp>
      </p:grpSp>
      <p:sp>
        <p:nvSpPr>
          <p:cNvPr id="3" name="标题 4294967294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/>
              </a:rPr>
              <a:t>目录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476359a8-ebae-4edf-97d0-fdfda9bf738d.source.2.zh-Hans.pptx" descr="b5f89770-2135-4d1f-a2c9-6036fa611a19">
            <a:extLst>
              <a:ext uri="{FF2B5EF4-FFF2-40B4-BE49-F238E27FC236}">
                <a16:creationId xmlns:a16="http://schemas.microsoft.com/office/drawing/2014/main" id="{B404B9F4-32AF-D356-3AA3-62AC1125FAFC}"/>
              </a:ext>
            </a:extLst>
          </p:cNvPr>
          <p:cNvGrpSpPr/>
          <p:nvPr/>
        </p:nvGrpSpPr>
        <p:grpSpPr>
          <a:xfrm>
            <a:off x="5285" y="1275155"/>
            <a:ext cx="12181430" cy="5582845"/>
            <a:chOff x="5285" y="1275155"/>
            <a:chExt cx="12181430" cy="5582845"/>
          </a:xfrm>
        </p:grpSpPr>
        <p:sp>
          <p:nvSpPr>
            <p:cNvPr id="3" name="ïšḻíďé" descr="fe67d08b-fd4a-4259-bcc2-8af8d7430855">
              <a:extLst>
                <a:ext uri="{FF2B5EF4-FFF2-40B4-BE49-F238E27FC236}">
                  <a16:creationId xmlns:a16="http://schemas.microsoft.com/office/drawing/2014/main" id="{4BCBB73E-AF44-4B89-A1D3-89A83F290AA9}"/>
                </a:ext>
              </a:extLst>
            </p:cNvPr>
            <p:cNvSpPr/>
            <p:nvPr/>
          </p:nvSpPr>
          <p:spPr>
            <a:xfrm>
              <a:off x="5285" y="4203416"/>
              <a:ext cx="12181430" cy="2654584"/>
            </a:xfrm>
            <a:custGeom>
              <a:avLst/>
              <a:gdLst>
                <a:gd name="connsiteX0" fmla="*/ 9240755 w 12157642"/>
                <a:gd name="connsiteY0" fmla="*/ 0 h 4146014"/>
                <a:gd name="connsiteX1" fmla="*/ 9262174 w 12157642"/>
                <a:gd name="connsiteY1" fmla="*/ 825390 h 4146014"/>
                <a:gd name="connsiteX2" fmla="*/ 9392945 w 12157642"/>
                <a:gd name="connsiteY2" fmla="*/ 827749 h 4146014"/>
                <a:gd name="connsiteX3" fmla="*/ 9422819 w 12157642"/>
                <a:gd name="connsiteY3" fmla="*/ 849568 h 4146014"/>
                <a:gd name="connsiteX4" fmla="*/ 9422819 w 12157642"/>
                <a:gd name="connsiteY4" fmla="*/ 873942 h 4146014"/>
                <a:gd name="connsiteX5" fmla="*/ 9385617 w 12157642"/>
                <a:gd name="connsiteY5" fmla="*/ 889471 h 4146014"/>
                <a:gd name="connsiteX6" fmla="*/ 9264993 w 12157642"/>
                <a:gd name="connsiteY6" fmla="*/ 888685 h 4146014"/>
                <a:gd name="connsiteX7" fmla="*/ 9267811 w 12157642"/>
                <a:gd name="connsiteY7" fmla="*/ 917777 h 4146014"/>
                <a:gd name="connsiteX8" fmla="*/ 9422819 w 12157642"/>
                <a:gd name="connsiteY8" fmla="*/ 919546 h 4146014"/>
                <a:gd name="connsiteX9" fmla="*/ 9422819 w 12157642"/>
                <a:gd name="connsiteY9" fmla="*/ 3048969 h 4146014"/>
                <a:gd name="connsiteX10" fmla="*/ 9531607 w 12157642"/>
                <a:gd name="connsiteY10" fmla="*/ 3037764 h 4146014"/>
                <a:gd name="connsiteX11" fmla="*/ 9528225 w 12157642"/>
                <a:gd name="connsiteY11" fmla="*/ 1908677 h 4146014"/>
                <a:gd name="connsiteX12" fmla="*/ 9804985 w 12157642"/>
                <a:gd name="connsiteY12" fmla="*/ 1701691 h 4146014"/>
                <a:gd name="connsiteX13" fmla="*/ 10035525 w 12157642"/>
                <a:gd name="connsiteY13" fmla="*/ 1912019 h 4146014"/>
                <a:gd name="connsiteX14" fmla="*/ 10035525 w 12157642"/>
                <a:gd name="connsiteY14" fmla="*/ 3226077 h 4146014"/>
                <a:gd name="connsiteX15" fmla="*/ 10117257 w 12157642"/>
                <a:gd name="connsiteY15" fmla="*/ 3202095 h 4146014"/>
                <a:gd name="connsiteX16" fmla="*/ 10117257 w 12157642"/>
                <a:gd name="connsiteY16" fmla="*/ 1756533 h 4146014"/>
                <a:gd name="connsiteX17" fmla="*/ 10430656 w 12157642"/>
                <a:gd name="connsiteY17" fmla="*/ 1760071 h 4146014"/>
                <a:gd name="connsiteX18" fmla="*/ 10430656 w 12157642"/>
                <a:gd name="connsiteY18" fmla="*/ 3554935 h 4146014"/>
                <a:gd name="connsiteX19" fmla="*/ 10497732 w 12157642"/>
                <a:gd name="connsiteY19" fmla="*/ 3554935 h 4146014"/>
                <a:gd name="connsiteX20" fmla="*/ 10507314 w 12157642"/>
                <a:gd name="connsiteY20" fmla="*/ 3546090 h 4146014"/>
                <a:gd name="connsiteX21" fmla="*/ 10507314 w 12157642"/>
                <a:gd name="connsiteY21" fmla="*/ 3351290 h 4146014"/>
                <a:gd name="connsiteX22" fmla="*/ 10524224 w 12157642"/>
                <a:gd name="connsiteY22" fmla="*/ 3351290 h 4146014"/>
                <a:gd name="connsiteX23" fmla="*/ 10524224 w 12157642"/>
                <a:gd name="connsiteY23" fmla="*/ 2887193 h 4146014"/>
                <a:gd name="connsiteX24" fmla="*/ 10771674 w 12157642"/>
                <a:gd name="connsiteY24" fmla="*/ 2887193 h 4146014"/>
                <a:gd name="connsiteX25" fmla="*/ 10771674 w 12157642"/>
                <a:gd name="connsiteY25" fmla="*/ 3516997 h 4146014"/>
                <a:gd name="connsiteX26" fmla="*/ 10824095 w 12157642"/>
                <a:gd name="connsiteY26" fmla="*/ 3586583 h 4146014"/>
                <a:gd name="connsiteX27" fmla="*/ 10863552 w 12157642"/>
                <a:gd name="connsiteY27" fmla="*/ 3575378 h 4146014"/>
                <a:gd name="connsiteX28" fmla="*/ 10863552 w 12157642"/>
                <a:gd name="connsiteY28" fmla="*/ 3665406 h 4146014"/>
                <a:gd name="connsiteX29" fmla="*/ 11153277 w 12157642"/>
                <a:gd name="connsiteY29" fmla="*/ 3757007 h 4146014"/>
                <a:gd name="connsiteX30" fmla="*/ 11213589 w 12157642"/>
                <a:gd name="connsiteY30" fmla="*/ 3782954 h 4146014"/>
                <a:gd name="connsiteX31" fmla="*/ 11459911 w 12157642"/>
                <a:gd name="connsiteY31" fmla="*/ 4068568 h 4146014"/>
                <a:gd name="connsiteX32" fmla="*/ 11517405 w 12157642"/>
                <a:gd name="connsiteY32" fmla="*/ 3971070 h 4146014"/>
                <a:gd name="connsiteX33" fmla="*/ 11466675 w 12157642"/>
                <a:gd name="connsiteY33" fmla="*/ 3971266 h 4146014"/>
                <a:gd name="connsiteX34" fmla="*/ 11453147 w 12157642"/>
                <a:gd name="connsiteY34" fmla="*/ 3904433 h 4146014"/>
                <a:gd name="connsiteX35" fmla="*/ 11513460 w 12157642"/>
                <a:gd name="connsiteY35" fmla="*/ 3905023 h 4146014"/>
                <a:gd name="connsiteX36" fmla="*/ 11513460 w 12157642"/>
                <a:gd name="connsiteY36" fmla="*/ 3849787 h 4146014"/>
                <a:gd name="connsiteX37" fmla="*/ 11555735 w 12157642"/>
                <a:gd name="connsiteY37" fmla="*/ 3850574 h 4146014"/>
                <a:gd name="connsiteX38" fmla="*/ 11555735 w 12157642"/>
                <a:gd name="connsiteY38" fmla="*/ 3641622 h 4146014"/>
                <a:gd name="connsiteX39" fmla="*/ 11576027 w 12157642"/>
                <a:gd name="connsiteY39" fmla="*/ 3570071 h 4146014"/>
                <a:gd name="connsiteX40" fmla="*/ 11575463 w 12157642"/>
                <a:gd name="connsiteY40" fmla="*/ 3470411 h 4146014"/>
                <a:gd name="connsiteX41" fmla="*/ 11555735 w 12157642"/>
                <a:gd name="connsiteY41" fmla="*/ 3470411 h 4146014"/>
                <a:gd name="connsiteX42" fmla="*/ 11559117 w 12157642"/>
                <a:gd name="connsiteY42" fmla="*/ 3379793 h 4146014"/>
                <a:gd name="connsiteX43" fmla="*/ 11554607 w 12157642"/>
                <a:gd name="connsiteY43" fmla="*/ 3358957 h 4146014"/>
                <a:gd name="connsiteX44" fmla="*/ 11529806 w 12157642"/>
                <a:gd name="connsiteY44" fmla="*/ 3358957 h 4146014"/>
                <a:gd name="connsiteX45" fmla="*/ 11529806 w 12157642"/>
                <a:gd name="connsiteY45" fmla="*/ 3315122 h 4146014"/>
                <a:gd name="connsiteX46" fmla="*/ 11551789 w 12157642"/>
                <a:gd name="connsiteY46" fmla="*/ 3203078 h 4146014"/>
                <a:gd name="connsiteX47" fmla="*/ 11529806 w 12157642"/>
                <a:gd name="connsiteY47" fmla="*/ 3159833 h 4146014"/>
                <a:gd name="connsiteX48" fmla="*/ 11529806 w 12157642"/>
                <a:gd name="connsiteY48" fmla="*/ 3076095 h 4146014"/>
                <a:gd name="connsiteX49" fmla="*/ 11503314 w 12157642"/>
                <a:gd name="connsiteY49" fmla="*/ 3056242 h 4146014"/>
                <a:gd name="connsiteX50" fmla="*/ 11503314 w 12157642"/>
                <a:gd name="connsiteY50" fmla="*/ 2980563 h 4146014"/>
                <a:gd name="connsiteX51" fmla="*/ 11548971 w 12157642"/>
                <a:gd name="connsiteY51" fmla="*/ 2790285 h 4146014"/>
                <a:gd name="connsiteX52" fmla="*/ 11548971 w 12157642"/>
                <a:gd name="connsiteY52" fmla="*/ 2737801 h 4146014"/>
                <a:gd name="connsiteX53" fmla="*/ 11520787 w 12157642"/>
                <a:gd name="connsiteY53" fmla="*/ 2737801 h 4146014"/>
                <a:gd name="connsiteX54" fmla="*/ 11520787 w 12157642"/>
                <a:gd name="connsiteY54" fmla="*/ 2685514 h 4146014"/>
                <a:gd name="connsiteX55" fmla="*/ 11498241 w 12157642"/>
                <a:gd name="connsiteY55" fmla="*/ 2674310 h 4146014"/>
                <a:gd name="connsiteX56" fmla="*/ 11498241 w 12157642"/>
                <a:gd name="connsiteY56" fmla="*/ 2629296 h 4146014"/>
                <a:gd name="connsiteX57" fmla="*/ 11513460 w 12157642"/>
                <a:gd name="connsiteY57" fmla="*/ 2611211 h 4146014"/>
                <a:gd name="connsiteX58" fmla="*/ 11528115 w 12157642"/>
                <a:gd name="connsiteY58" fmla="*/ 2611211 h 4146014"/>
                <a:gd name="connsiteX59" fmla="*/ 11524169 w 12157642"/>
                <a:gd name="connsiteY59" fmla="*/ 2601186 h 4146014"/>
                <a:gd name="connsiteX60" fmla="*/ 11509514 w 12157642"/>
                <a:gd name="connsiteY60" fmla="*/ 2585264 h 4146014"/>
                <a:gd name="connsiteX61" fmla="*/ 11509514 w 12157642"/>
                <a:gd name="connsiteY61" fmla="*/ 2543002 h 4146014"/>
                <a:gd name="connsiteX62" fmla="*/ 11595191 w 12157642"/>
                <a:gd name="connsiteY62" fmla="*/ 2440787 h 4146014"/>
                <a:gd name="connsiteX63" fmla="*/ 11595191 w 12157642"/>
                <a:gd name="connsiteY63" fmla="*/ 2470272 h 4146014"/>
                <a:gd name="connsiteX64" fmla="*/ 11573772 w 12157642"/>
                <a:gd name="connsiteY64" fmla="*/ 2510765 h 4146014"/>
                <a:gd name="connsiteX65" fmla="*/ 11588427 w 12157642"/>
                <a:gd name="connsiteY65" fmla="*/ 2526491 h 4146014"/>
                <a:gd name="connsiteX66" fmla="*/ 11590118 w 12157642"/>
                <a:gd name="connsiteY66" fmla="*/ 2543002 h 4146014"/>
                <a:gd name="connsiteX67" fmla="*/ 11603646 w 12157642"/>
                <a:gd name="connsiteY67" fmla="*/ 2562659 h 4146014"/>
                <a:gd name="connsiteX68" fmla="*/ 11603646 w 12157642"/>
                <a:gd name="connsiteY68" fmla="*/ 2596469 h 4146014"/>
                <a:gd name="connsiteX69" fmla="*/ 11562499 w 12157642"/>
                <a:gd name="connsiteY69" fmla="*/ 2601186 h 4146014"/>
                <a:gd name="connsiteX70" fmla="*/ 11566444 w 12157642"/>
                <a:gd name="connsiteY70" fmla="*/ 2613374 h 4146014"/>
                <a:gd name="connsiteX71" fmla="*/ 11603646 w 12157642"/>
                <a:gd name="connsiteY71" fmla="*/ 2615732 h 4146014"/>
                <a:gd name="connsiteX72" fmla="*/ 11616047 w 12157642"/>
                <a:gd name="connsiteY72" fmla="*/ 2630279 h 4146014"/>
                <a:gd name="connsiteX73" fmla="*/ 11616047 w 12157642"/>
                <a:gd name="connsiteY73" fmla="*/ 2672148 h 4146014"/>
                <a:gd name="connsiteX74" fmla="*/ 11565317 w 12157642"/>
                <a:gd name="connsiteY74" fmla="*/ 2673130 h 4146014"/>
                <a:gd name="connsiteX75" fmla="*/ 11564753 w 12157642"/>
                <a:gd name="connsiteY75" fmla="*/ 2680600 h 4146014"/>
                <a:gd name="connsiteX76" fmla="*/ 11592373 w 12157642"/>
                <a:gd name="connsiteY76" fmla="*/ 2715982 h 4146014"/>
                <a:gd name="connsiteX77" fmla="*/ 11596319 w 12157642"/>
                <a:gd name="connsiteY77" fmla="*/ 2865964 h 4146014"/>
                <a:gd name="connsiteX78" fmla="*/ 11607028 w 12157642"/>
                <a:gd name="connsiteY78" fmla="*/ 2871271 h 4146014"/>
                <a:gd name="connsiteX79" fmla="*/ 11607028 w 12157642"/>
                <a:gd name="connsiteY79" fmla="*/ 2912354 h 4146014"/>
                <a:gd name="connsiteX80" fmla="*/ 11651558 w 12157642"/>
                <a:gd name="connsiteY80" fmla="*/ 2917858 h 4146014"/>
                <a:gd name="connsiteX81" fmla="*/ 11630702 w 12157642"/>
                <a:gd name="connsiteY81" fmla="*/ 2862622 h 4146014"/>
                <a:gd name="connsiteX82" fmla="*/ 11672977 w 12157642"/>
                <a:gd name="connsiteY82" fmla="*/ 2894270 h 4146014"/>
                <a:gd name="connsiteX83" fmla="*/ 11692706 w 12157642"/>
                <a:gd name="connsiteY83" fmla="*/ 2895449 h 4146014"/>
                <a:gd name="connsiteX84" fmla="*/ 11722016 w 12157642"/>
                <a:gd name="connsiteY84" fmla="*/ 2840017 h 4146014"/>
                <a:gd name="connsiteX85" fmla="*/ 11728217 w 12157642"/>
                <a:gd name="connsiteY85" fmla="*/ 2898791 h 4146014"/>
                <a:gd name="connsiteX86" fmla="*/ 11798675 w 12157642"/>
                <a:gd name="connsiteY86" fmla="*/ 2865964 h 4146014"/>
                <a:gd name="connsiteX87" fmla="*/ 11755837 w 12157642"/>
                <a:gd name="connsiteY87" fmla="*/ 2912354 h 4146014"/>
                <a:gd name="connsiteX88" fmla="*/ 11830804 w 12157642"/>
                <a:gd name="connsiteY88" fmla="*/ 2914516 h 4146014"/>
                <a:gd name="connsiteX89" fmla="*/ 11772747 w 12157642"/>
                <a:gd name="connsiteY89" fmla="*/ 2946164 h 4146014"/>
                <a:gd name="connsiteX90" fmla="*/ 11830804 w 12157642"/>
                <a:gd name="connsiteY90" fmla="*/ 2961889 h 4146014"/>
                <a:gd name="connsiteX91" fmla="*/ 11767674 w 12157642"/>
                <a:gd name="connsiteY91" fmla="*/ 2969752 h 4146014"/>
                <a:gd name="connsiteX92" fmla="*/ 11764292 w 12157642"/>
                <a:gd name="connsiteY92" fmla="*/ 3022825 h 4146014"/>
                <a:gd name="connsiteX93" fmla="*/ 11729344 w 12157642"/>
                <a:gd name="connsiteY93" fmla="*/ 3057814 h 4146014"/>
                <a:gd name="connsiteX94" fmla="*/ 11772183 w 12157642"/>
                <a:gd name="connsiteY94" fmla="*/ 3110101 h 4146014"/>
                <a:gd name="connsiteX95" fmla="*/ 11831932 w 12157642"/>
                <a:gd name="connsiteY95" fmla="*/ 3110101 h 4146014"/>
                <a:gd name="connsiteX96" fmla="*/ 11898444 w 12157642"/>
                <a:gd name="connsiteY96" fmla="*/ 3228042 h 4146014"/>
                <a:gd name="connsiteX97" fmla="*/ 11958757 w 12157642"/>
                <a:gd name="connsiteY97" fmla="*/ 3183028 h 4146014"/>
                <a:gd name="connsiteX98" fmla="*/ 12024706 w 12157642"/>
                <a:gd name="connsiteY98" fmla="*/ 3255169 h 4146014"/>
                <a:gd name="connsiteX99" fmla="*/ 11919300 w 12157642"/>
                <a:gd name="connsiteY99" fmla="*/ 3371340 h 4146014"/>
                <a:gd name="connsiteX100" fmla="*/ 11942974 w 12157642"/>
                <a:gd name="connsiteY100" fmla="*/ 3578916 h 4146014"/>
                <a:gd name="connsiteX101" fmla="*/ 11913100 w 12157642"/>
                <a:gd name="connsiteY101" fmla="*/ 3586583 h 4146014"/>
                <a:gd name="connsiteX102" fmla="*/ 11905772 w 12157642"/>
                <a:gd name="connsiteY102" fmla="*/ 3614888 h 4146014"/>
                <a:gd name="connsiteX103" fmla="*/ 11873643 w 12157642"/>
                <a:gd name="connsiteY103" fmla="*/ 3625110 h 4146014"/>
                <a:gd name="connsiteX104" fmla="*/ 11872516 w 12157642"/>
                <a:gd name="connsiteY104" fmla="*/ 3647519 h 4146014"/>
                <a:gd name="connsiteX105" fmla="*/ 11825168 w 12157642"/>
                <a:gd name="connsiteY105" fmla="*/ 3646732 h 4146014"/>
                <a:gd name="connsiteX106" fmla="*/ 11821786 w 12157642"/>
                <a:gd name="connsiteY106" fmla="*/ 3680346 h 4146014"/>
                <a:gd name="connsiteX107" fmla="*/ 11906899 w 12157642"/>
                <a:gd name="connsiteY107" fmla="*/ 3698430 h 4146014"/>
                <a:gd name="connsiteX108" fmla="*/ 11909718 w 12157642"/>
                <a:gd name="connsiteY108" fmla="*/ 3732240 h 4146014"/>
                <a:gd name="connsiteX109" fmla="*/ 11941847 w 12157642"/>
                <a:gd name="connsiteY109" fmla="*/ 3734402 h 4146014"/>
                <a:gd name="connsiteX110" fmla="*/ 11941847 w 12157642"/>
                <a:gd name="connsiteY110" fmla="*/ 3856864 h 4146014"/>
                <a:gd name="connsiteX111" fmla="*/ 11992577 w 12157642"/>
                <a:gd name="connsiteY111" fmla="*/ 3857847 h 4146014"/>
                <a:gd name="connsiteX112" fmla="*/ 11992013 w 12157642"/>
                <a:gd name="connsiteY112" fmla="*/ 3906202 h 4146014"/>
                <a:gd name="connsiteX113" fmla="*/ 12046125 w 12157642"/>
                <a:gd name="connsiteY113" fmla="*/ 3904433 h 4146014"/>
                <a:gd name="connsiteX114" fmla="*/ 12046125 w 12157642"/>
                <a:gd name="connsiteY114" fmla="*/ 3965173 h 4146014"/>
                <a:gd name="connsiteX115" fmla="*/ 11992013 w 12157642"/>
                <a:gd name="connsiteY115" fmla="*/ 3964190 h 4146014"/>
                <a:gd name="connsiteX116" fmla="*/ 12145630 w 12157642"/>
                <a:gd name="connsiteY116" fmla="*/ 4109479 h 4146014"/>
                <a:gd name="connsiteX117" fmla="*/ 12157642 w 12157642"/>
                <a:gd name="connsiteY117" fmla="*/ 4146014 h 4146014"/>
                <a:gd name="connsiteX118" fmla="*/ 0 w 12157642"/>
                <a:gd name="connsiteY118" fmla="*/ 4146014 h 4146014"/>
                <a:gd name="connsiteX119" fmla="*/ 0 w 12157642"/>
                <a:gd name="connsiteY119" fmla="*/ 3697054 h 4146014"/>
                <a:gd name="connsiteX120" fmla="*/ 0 w 12157642"/>
                <a:gd name="connsiteY120" fmla="*/ 3492623 h 4146014"/>
                <a:gd name="connsiteX121" fmla="*/ 312272 w 12157642"/>
                <a:gd name="connsiteY121" fmla="*/ 3492623 h 4146014"/>
                <a:gd name="connsiteX122" fmla="*/ 312272 w 12157642"/>
                <a:gd name="connsiteY122" fmla="*/ 3781775 h 4146014"/>
                <a:gd name="connsiteX123" fmla="*/ 392876 w 12157642"/>
                <a:gd name="connsiteY123" fmla="*/ 3781775 h 4146014"/>
                <a:gd name="connsiteX124" fmla="*/ 392876 w 12157642"/>
                <a:gd name="connsiteY124" fmla="*/ 3220376 h 4146014"/>
                <a:gd name="connsiteX125" fmla="*/ 709657 w 12157642"/>
                <a:gd name="connsiteY125" fmla="*/ 3220376 h 4146014"/>
                <a:gd name="connsiteX126" fmla="*/ 709657 w 12157642"/>
                <a:gd name="connsiteY126" fmla="*/ 3631007 h 4146014"/>
                <a:gd name="connsiteX127" fmla="*/ 777297 w 12157642"/>
                <a:gd name="connsiteY127" fmla="*/ 3631007 h 4146014"/>
                <a:gd name="connsiteX128" fmla="*/ 777297 w 12157642"/>
                <a:gd name="connsiteY128" fmla="*/ 3300772 h 4146014"/>
                <a:gd name="connsiteX129" fmla="*/ 912013 w 12157642"/>
                <a:gd name="connsiteY129" fmla="*/ 3300772 h 4146014"/>
                <a:gd name="connsiteX130" fmla="*/ 912013 w 12157642"/>
                <a:gd name="connsiteY130" fmla="*/ 3618033 h 4146014"/>
                <a:gd name="connsiteX131" fmla="*/ 932869 w 12157642"/>
                <a:gd name="connsiteY131" fmla="*/ 3599163 h 4146014"/>
                <a:gd name="connsiteX132" fmla="*/ 932869 w 12157642"/>
                <a:gd name="connsiteY132" fmla="*/ 3503238 h 4146014"/>
                <a:gd name="connsiteX133" fmla="*/ 1006146 w 12157642"/>
                <a:gd name="connsiteY133" fmla="*/ 3510314 h 4146014"/>
                <a:gd name="connsiteX134" fmla="*/ 1006146 w 12157642"/>
                <a:gd name="connsiteY134" fmla="*/ 2871271 h 4146014"/>
                <a:gd name="connsiteX135" fmla="*/ 1483008 w 12157642"/>
                <a:gd name="connsiteY135" fmla="*/ 2871271 h 4146014"/>
                <a:gd name="connsiteX136" fmla="*/ 1483008 w 12157642"/>
                <a:gd name="connsiteY136" fmla="*/ 3375665 h 4146014"/>
                <a:gd name="connsiteX137" fmla="*/ 1512318 w 12157642"/>
                <a:gd name="connsiteY137" fmla="*/ 3375665 h 4146014"/>
                <a:gd name="connsiteX138" fmla="*/ 1512318 w 12157642"/>
                <a:gd name="connsiteY138" fmla="*/ 3430507 h 4146014"/>
                <a:gd name="connsiteX139" fmla="*/ 1563612 w 12157642"/>
                <a:gd name="connsiteY139" fmla="*/ 3430507 h 4146014"/>
                <a:gd name="connsiteX140" fmla="*/ 1563612 w 12157642"/>
                <a:gd name="connsiteY140" fmla="*/ 2411302 h 4146014"/>
                <a:gd name="connsiteX141" fmla="*/ 1605887 w 12157642"/>
                <a:gd name="connsiteY141" fmla="*/ 2411302 h 4146014"/>
                <a:gd name="connsiteX142" fmla="*/ 1605887 w 12157642"/>
                <a:gd name="connsiteY142" fmla="*/ 2350955 h 4146014"/>
                <a:gd name="connsiteX143" fmla="*/ 1641962 w 12157642"/>
                <a:gd name="connsiteY143" fmla="*/ 2350955 h 4146014"/>
                <a:gd name="connsiteX144" fmla="*/ 1641962 w 12157642"/>
                <a:gd name="connsiteY144" fmla="*/ 2114680 h 4146014"/>
                <a:gd name="connsiteX145" fmla="*/ 1656054 w 12157642"/>
                <a:gd name="connsiteY145" fmla="*/ 2114680 h 4146014"/>
                <a:gd name="connsiteX146" fmla="*/ 1656054 w 12157642"/>
                <a:gd name="connsiteY146" fmla="*/ 2045881 h 4146014"/>
                <a:gd name="connsiteX147" fmla="*/ 1669581 w 12157642"/>
                <a:gd name="connsiteY147" fmla="*/ 2033694 h 4146014"/>
                <a:gd name="connsiteX148" fmla="*/ 1669581 w 12157642"/>
                <a:gd name="connsiteY148" fmla="*/ 1968237 h 4146014"/>
                <a:gd name="connsiteX149" fmla="*/ 1687055 w 12157642"/>
                <a:gd name="connsiteY149" fmla="*/ 1952118 h 4146014"/>
                <a:gd name="connsiteX150" fmla="*/ 1687055 w 12157642"/>
                <a:gd name="connsiteY150" fmla="*/ 1870346 h 4146014"/>
                <a:gd name="connsiteX151" fmla="*/ 1712420 w 12157642"/>
                <a:gd name="connsiteY151" fmla="*/ 1870346 h 4146014"/>
                <a:gd name="connsiteX152" fmla="*/ 1712420 w 12157642"/>
                <a:gd name="connsiteY152" fmla="*/ 1794864 h 4146014"/>
                <a:gd name="connsiteX153" fmla="*/ 1750186 w 12157642"/>
                <a:gd name="connsiteY153" fmla="*/ 1760465 h 4146014"/>
                <a:gd name="connsiteX154" fmla="*/ 1750186 w 12157642"/>
                <a:gd name="connsiteY154" fmla="*/ 1701494 h 4146014"/>
                <a:gd name="connsiteX155" fmla="*/ 1785133 w 12157642"/>
                <a:gd name="connsiteY155" fmla="*/ 1632695 h 4146014"/>
                <a:gd name="connsiteX156" fmla="*/ 1785133 w 12157642"/>
                <a:gd name="connsiteY156" fmla="*/ 1566059 h 4146014"/>
                <a:gd name="connsiteX157" fmla="*/ 1797534 w 12157642"/>
                <a:gd name="connsiteY157" fmla="*/ 1566059 h 4146014"/>
                <a:gd name="connsiteX158" fmla="*/ 1806553 w 12157642"/>
                <a:gd name="connsiteY158" fmla="*/ 1212433 h 4146014"/>
                <a:gd name="connsiteX159" fmla="*/ 1806553 w 12157642"/>
                <a:gd name="connsiteY159" fmla="*/ 1205749 h 4146014"/>
                <a:gd name="connsiteX160" fmla="*/ 1807116 w 12157642"/>
                <a:gd name="connsiteY160" fmla="*/ 1566059 h 4146014"/>
                <a:gd name="connsiteX161" fmla="*/ 1826845 w 12157642"/>
                <a:gd name="connsiteY161" fmla="*/ 1603800 h 4146014"/>
                <a:gd name="connsiteX162" fmla="*/ 1826845 w 12157642"/>
                <a:gd name="connsiteY162" fmla="*/ 1650386 h 4146014"/>
                <a:gd name="connsiteX163" fmla="*/ 1841500 w 12157642"/>
                <a:gd name="connsiteY163" fmla="*/ 1661591 h 4146014"/>
                <a:gd name="connsiteX164" fmla="*/ 1841500 w 12157642"/>
                <a:gd name="connsiteY164" fmla="*/ 1712698 h 4146014"/>
                <a:gd name="connsiteX165" fmla="*/ 1851082 w 12157642"/>
                <a:gd name="connsiteY165" fmla="*/ 1719382 h 4146014"/>
                <a:gd name="connsiteX166" fmla="*/ 1851082 w 12157642"/>
                <a:gd name="connsiteY166" fmla="*/ 1799385 h 4146014"/>
                <a:gd name="connsiteX167" fmla="*/ 1875320 w 12157642"/>
                <a:gd name="connsiteY167" fmla="*/ 1803710 h 4146014"/>
                <a:gd name="connsiteX168" fmla="*/ 1875320 w 12157642"/>
                <a:gd name="connsiteY168" fmla="*/ 1883713 h 4146014"/>
                <a:gd name="connsiteX169" fmla="*/ 1892230 w 12157642"/>
                <a:gd name="connsiteY169" fmla="*/ 1897079 h 4146014"/>
                <a:gd name="connsiteX170" fmla="*/ 1892230 w 12157642"/>
                <a:gd name="connsiteY170" fmla="*/ 1959391 h 4146014"/>
                <a:gd name="connsiteX171" fmla="*/ 1902376 w 12157642"/>
                <a:gd name="connsiteY171" fmla="*/ 1970399 h 4146014"/>
                <a:gd name="connsiteX172" fmla="*/ 1902376 w 12157642"/>
                <a:gd name="connsiteY172" fmla="*/ 2045881 h 4146014"/>
                <a:gd name="connsiteX173" fmla="*/ 1965507 w 12157642"/>
                <a:gd name="connsiteY173" fmla="*/ 2101510 h 4146014"/>
                <a:gd name="connsiteX174" fmla="*/ 1965507 w 12157642"/>
                <a:gd name="connsiteY174" fmla="*/ 2343486 h 4146014"/>
                <a:gd name="connsiteX175" fmla="*/ 2010600 w 12157642"/>
                <a:gd name="connsiteY175" fmla="*/ 2384765 h 4146014"/>
                <a:gd name="connsiteX176" fmla="*/ 2010600 w 12157642"/>
                <a:gd name="connsiteY176" fmla="*/ 2490322 h 4146014"/>
                <a:gd name="connsiteX177" fmla="*/ 2033147 w 12157642"/>
                <a:gd name="connsiteY177" fmla="*/ 2510962 h 4146014"/>
                <a:gd name="connsiteX178" fmla="*/ 2033147 w 12157642"/>
                <a:gd name="connsiteY178" fmla="*/ 3472573 h 4146014"/>
                <a:gd name="connsiteX179" fmla="*/ 2085568 w 12157642"/>
                <a:gd name="connsiteY179" fmla="*/ 3472573 h 4146014"/>
                <a:gd name="connsiteX180" fmla="*/ 2085568 w 12157642"/>
                <a:gd name="connsiteY180" fmla="*/ 3169072 h 4146014"/>
                <a:gd name="connsiteX181" fmla="*/ 2118824 w 12157642"/>
                <a:gd name="connsiteY181" fmla="*/ 3162978 h 4146014"/>
                <a:gd name="connsiteX182" fmla="*/ 2118824 w 12157642"/>
                <a:gd name="connsiteY182" fmla="*/ 3107349 h 4146014"/>
                <a:gd name="connsiteX183" fmla="*/ 2152081 w 12157642"/>
                <a:gd name="connsiteY183" fmla="*/ 3071771 h 4146014"/>
                <a:gd name="connsiteX184" fmla="*/ 2178573 w 12157642"/>
                <a:gd name="connsiteY184" fmla="*/ 3085923 h 4146014"/>
                <a:gd name="connsiteX185" fmla="*/ 2178573 w 12157642"/>
                <a:gd name="connsiteY185" fmla="*/ 2945574 h 4146014"/>
                <a:gd name="connsiteX186" fmla="*/ 2252977 w 12157642"/>
                <a:gd name="connsiteY186" fmla="*/ 2945574 h 4146014"/>
                <a:gd name="connsiteX187" fmla="*/ 2252977 w 12157642"/>
                <a:gd name="connsiteY187" fmla="*/ 2603349 h 4146014"/>
                <a:gd name="connsiteX188" fmla="*/ 2489153 w 12157642"/>
                <a:gd name="connsiteY188" fmla="*/ 2603349 h 4146014"/>
                <a:gd name="connsiteX189" fmla="*/ 2489153 w 12157642"/>
                <a:gd name="connsiteY189" fmla="*/ 3016535 h 4146014"/>
                <a:gd name="connsiteX190" fmla="*/ 2541011 w 12157642"/>
                <a:gd name="connsiteY190" fmla="*/ 3016535 h 4146014"/>
                <a:gd name="connsiteX191" fmla="*/ 2541011 w 12157642"/>
                <a:gd name="connsiteY191" fmla="*/ 2603349 h 4146014"/>
                <a:gd name="connsiteX192" fmla="*/ 2804243 w 12157642"/>
                <a:gd name="connsiteY192" fmla="*/ 2603349 h 4146014"/>
                <a:gd name="connsiteX193" fmla="*/ 2804243 w 12157642"/>
                <a:gd name="connsiteY193" fmla="*/ 3054473 h 4146014"/>
                <a:gd name="connsiteX194" fmla="*/ 2827917 w 12157642"/>
                <a:gd name="connsiteY194" fmla="*/ 3054473 h 4146014"/>
                <a:gd name="connsiteX195" fmla="*/ 2827917 w 12157642"/>
                <a:gd name="connsiteY195" fmla="*/ 3101846 h 4146014"/>
                <a:gd name="connsiteX196" fmla="*/ 2900066 w 12157642"/>
                <a:gd name="connsiteY196" fmla="*/ 3101846 h 4146014"/>
                <a:gd name="connsiteX197" fmla="*/ 2900066 w 12157642"/>
                <a:gd name="connsiteY197" fmla="*/ 3156885 h 4146014"/>
                <a:gd name="connsiteX198" fmla="*/ 2905139 w 12157642"/>
                <a:gd name="connsiteY198" fmla="*/ 3156885 h 4146014"/>
                <a:gd name="connsiteX199" fmla="*/ 2905139 w 12157642"/>
                <a:gd name="connsiteY199" fmla="*/ 3242588 h 4146014"/>
                <a:gd name="connsiteX200" fmla="*/ 2983489 w 12157642"/>
                <a:gd name="connsiteY200" fmla="*/ 3239247 h 4146014"/>
                <a:gd name="connsiteX201" fmla="*/ 2983489 w 12157642"/>
                <a:gd name="connsiteY201" fmla="*/ 3300772 h 4146014"/>
                <a:gd name="connsiteX202" fmla="*/ 3031401 w 12157642"/>
                <a:gd name="connsiteY202" fmla="*/ 3300772 h 4146014"/>
                <a:gd name="connsiteX203" fmla="*/ 3031401 w 12157642"/>
                <a:gd name="connsiteY203" fmla="*/ 2282943 h 4146014"/>
                <a:gd name="connsiteX204" fmla="*/ 3222484 w 12157642"/>
                <a:gd name="connsiteY204" fmla="*/ 2282943 h 4146014"/>
                <a:gd name="connsiteX205" fmla="*/ 3222484 w 12157642"/>
                <a:gd name="connsiteY205" fmla="*/ 2950095 h 4146014"/>
                <a:gd name="connsiteX206" fmla="*/ 3369601 w 12157642"/>
                <a:gd name="connsiteY206" fmla="*/ 2950095 h 4146014"/>
                <a:gd name="connsiteX207" fmla="*/ 3369601 w 12157642"/>
                <a:gd name="connsiteY207" fmla="*/ 2160481 h 4146014"/>
                <a:gd name="connsiteX208" fmla="*/ 3527428 w 12157642"/>
                <a:gd name="connsiteY208" fmla="*/ 2160481 h 4146014"/>
                <a:gd name="connsiteX209" fmla="*/ 3527428 w 12157642"/>
                <a:gd name="connsiteY209" fmla="*/ 2543002 h 4146014"/>
                <a:gd name="connsiteX210" fmla="*/ 3704983 w 12157642"/>
                <a:gd name="connsiteY210" fmla="*/ 2543002 h 4146014"/>
                <a:gd name="connsiteX211" fmla="*/ 3704983 w 12157642"/>
                <a:gd name="connsiteY211" fmla="*/ 2599810 h 4146014"/>
                <a:gd name="connsiteX212" fmla="*/ 3772623 w 12157642"/>
                <a:gd name="connsiteY212" fmla="*/ 2599810 h 4146014"/>
                <a:gd name="connsiteX213" fmla="*/ 3772623 w 12157642"/>
                <a:gd name="connsiteY213" fmla="*/ 2685121 h 4146014"/>
                <a:gd name="connsiteX214" fmla="*/ 3772623 w 12157642"/>
                <a:gd name="connsiteY214" fmla="*/ 3260279 h 4146014"/>
                <a:gd name="connsiteX215" fmla="*/ 3879156 w 12157642"/>
                <a:gd name="connsiteY215" fmla="*/ 3357581 h 4146014"/>
                <a:gd name="connsiteX216" fmla="*/ 3888738 w 12157642"/>
                <a:gd name="connsiteY216" fmla="*/ 3357581 h 4146014"/>
                <a:gd name="connsiteX217" fmla="*/ 3888738 w 12157642"/>
                <a:gd name="connsiteY217" fmla="*/ 2543002 h 4146014"/>
                <a:gd name="connsiteX218" fmla="*/ 4115896 w 12157642"/>
                <a:gd name="connsiteY218" fmla="*/ 2543002 h 4146014"/>
                <a:gd name="connsiteX219" fmla="*/ 4115896 w 12157642"/>
                <a:gd name="connsiteY219" fmla="*/ 3300772 h 4146014"/>
                <a:gd name="connsiteX220" fmla="*/ 4164371 w 12157642"/>
                <a:gd name="connsiteY220" fmla="*/ 3300772 h 4146014"/>
                <a:gd name="connsiteX221" fmla="*/ 4164371 w 12157642"/>
                <a:gd name="connsiteY221" fmla="*/ 3223718 h 4146014"/>
                <a:gd name="connsiteX222" fmla="*/ 4167753 w 12157642"/>
                <a:gd name="connsiteY222" fmla="*/ 3223914 h 4146014"/>
                <a:gd name="connsiteX223" fmla="*/ 4167753 w 12157642"/>
                <a:gd name="connsiteY223" fmla="*/ 3196395 h 4146014"/>
                <a:gd name="connsiteX224" fmla="*/ 4202137 w 12157642"/>
                <a:gd name="connsiteY224" fmla="*/ 3171627 h 4146014"/>
                <a:gd name="connsiteX225" fmla="*/ 4202137 w 12157642"/>
                <a:gd name="connsiteY225" fmla="*/ 1826708 h 4146014"/>
                <a:gd name="connsiteX226" fmla="*/ 4224120 w 12157642"/>
                <a:gd name="connsiteY226" fmla="*/ 1826708 h 4146014"/>
                <a:gd name="connsiteX227" fmla="*/ 4224120 w 12157642"/>
                <a:gd name="connsiteY227" fmla="*/ 1559375 h 4146014"/>
                <a:gd name="connsiteX228" fmla="*/ 4257377 w 12157642"/>
                <a:gd name="connsiteY228" fmla="*/ 1556034 h 4146014"/>
                <a:gd name="connsiteX229" fmla="*/ 4257377 w 12157642"/>
                <a:gd name="connsiteY229" fmla="*/ 1461484 h 4146014"/>
                <a:gd name="connsiteX230" fmla="*/ 4301906 w 12157642"/>
                <a:gd name="connsiteY230" fmla="*/ 1457946 h 4146014"/>
                <a:gd name="connsiteX231" fmla="*/ 4301906 w 12157642"/>
                <a:gd name="connsiteY231" fmla="*/ 1403890 h 4146014"/>
                <a:gd name="connsiteX232" fmla="*/ 4346436 w 12157642"/>
                <a:gd name="connsiteY232" fmla="*/ 1403890 h 4146014"/>
                <a:gd name="connsiteX233" fmla="*/ 4346436 w 12157642"/>
                <a:gd name="connsiteY233" fmla="*/ 1349834 h 4146014"/>
                <a:gd name="connsiteX234" fmla="*/ 4402239 w 12157642"/>
                <a:gd name="connsiteY234" fmla="*/ 1349834 h 4146014"/>
                <a:gd name="connsiteX235" fmla="*/ 4402239 w 12157642"/>
                <a:gd name="connsiteY235" fmla="*/ 1011540 h 4146014"/>
                <a:gd name="connsiteX236" fmla="*/ 4477206 w 12157642"/>
                <a:gd name="connsiteY236" fmla="*/ 959056 h 4146014"/>
                <a:gd name="connsiteX237" fmla="*/ 4477206 w 12157642"/>
                <a:gd name="connsiteY237" fmla="*/ 825586 h 4146014"/>
                <a:gd name="connsiteX238" fmla="*/ 4495244 w 12157642"/>
                <a:gd name="connsiteY238" fmla="*/ 825586 h 4146014"/>
                <a:gd name="connsiteX239" fmla="*/ 4495244 w 12157642"/>
                <a:gd name="connsiteY239" fmla="*/ 960236 h 4146014"/>
                <a:gd name="connsiteX240" fmla="*/ 4554429 w 12157642"/>
                <a:gd name="connsiteY240" fmla="*/ 1018420 h 4146014"/>
                <a:gd name="connsiteX241" fmla="*/ 4554429 w 12157642"/>
                <a:gd name="connsiteY241" fmla="*/ 1322707 h 4146014"/>
                <a:gd name="connsiteX242" fmla="*/ 4576412 w 12157642"/>
                <a:gd name="connsiteY242" fmla="*/ 1326049 h 4146014"/>
                <a:gd name="connsiteX243" fmla="*/ 4576412 w 12157642"/>
                <a:gd name="connsiteY243" fmla="*/ 1356517 h 4146014"/>
                <a:gd name="connsiteX244" fmla="*/ 4613614 w 12157642"/>
                <a:gd name="connsiteY244" fmla="*/ 1349834 h 4146014"/>
                <a:gd name="connsiteX245" fmla="*/ 4613614 w 12157642"/>
                <a:gd name="connsiteY245" fmla="*/ 1410770 h 4146014"/>
                <a:gd name="connsiteX246" fmla="*/ 4658143 w 12157642"/>
                <a:gd name="connsiteY246" fmla="*/ 1410770 h 4146014"/>
                <a:gd name="connsiteX247" fmla="*/ 4658143 w 12157642"/>
                <a:gd name="connsiteY247" fmla="*/ 1454604 h 4146014"/>
                <a:gd name="connsiteX248" fmla="*/ 4698727 w 12157642"/>
                <a:gd name="connsiteY248" fmla="*/ 1454604 h 4146014"/>
                <a:gd name="connsiteX249" fmla="*/ 4698727 w 12157642"/>
                <a:gd name="connsiteY249" fmla="*/ 1566255 h 4146014"/>
                <a:gd name="connsiteX250" fmla="*/ 4739875 w 12157642"/>
                <a:gd name="connsiteY250" fmla="*/ 1566255 h 4146014"/>
                <a:gd name="connsiteX251" fmla="*/ 4739875 w 12157642"/>
                <a:gd name="connsiteY251" fmla="*/ 1830050 h 4146014"/>
                <a:gd name="connsiteX252" fmla="*/ 4780460 w 12157642"/>
                <a:gd name="connsiteY252" fmla="*/ 1830050 h 4146014"/>
                <a:gd name="connsiteX253" fmla="*/ 4780460 w 12157642"/>
                <a:gd name="connsiteY253" fmla="*/ 3433653 h 4146014"/>
                <a:gd name="connsiteX254" fmla="*/ 4800752 w 12157642"/>
                <a:gd name="connsiteY254" fmla="*/ 3415175 h 4146014"/>
                <a:gd name="connsiteX255" fmla="*/ 4800752 w 12157642"/>
                <a:gd name="connsiteY255" fmla="*/ 3205437 h 4146014"/>
                <a:gd name="connsiteX256" fmla="*/ 4821043 w 12157642"/>
                <a:gd name="connsiteY256" fmla="*/ 3205437 h 4146014"/>
                <a:gd name="connsiteX257" fmla="*/ 4821043 w 12157642"/>
                <a:gd name="connsiteY257" fmla="*/ 2694556 h 4146014"/>
                <a:gd name="connsiteX258" fmla="*/ 5036364 w 12157642"/>
                <a:gd name="connsiteY258" fmla="*/ 2694556 h 4146014"/>
                <a:gd name="connsiteX259" fmla="*/ 5036364 w 12157642"/>
                <a:gd name="connsiteY259" fmla="*/ 2565608 h 4146014"/>
                <a:gd name="connsiteX260" fmla="*/ 5258449 w 12157642"/>
                <a:gd name="connsiteY260" fmla="*/ 2565608 h 4146014"/>
                <a:gd name="connsiteX261" fmla="*/ 5258449 w 12157642"/>
                <a:gd name="connsiteY261" fmla="*/ 2827240 h 4146014"/>
                <a:gd name="connsiteX262" fmla="*/ 5433749 w 12157642"/>
                <a:gd name="connsiteY262" fmla="*/ 2827240 h 4146014"/>
                <a:gd name="connsiteX263" fmla="*/ 5433749 w 12157642"/>
                <a:gd name="connsiteY263" fmla="*/ 3152560 h 4146014"/>
                <a:gd name="connsiteX264" fmla="*/ 5532391 w 12157642"/>
                <a:gd name="connsiteY264" fmla="*/ 3152560 h 4146014"/>
                <a:gd name="connsiteX265" fmla="*/ 5532391 w 12157642"/>
                <a:gd name="connsiteY265" fmla="*/ 2921789 h 4146014"/>
                <a:gd name="connsiteX266" fmla="*/ 5562829 w 12157642"/>
                <a:gd name="connsiteY266" fmla="*/ 2921789 h 4146014"/>
                <a:gd name="connsiteX267" fmla="*/ 5562829 w 12157642"/>
                <a:gd name="connsiteY267" fmla="*/ 2814266 h 4146014"/>
                <a:gd name="connsiteX268" fmla="*/ 5837334 w 12157642"/>
                <a:gd name="connsiteY268" fmla="*/ 2814266 h 4146014"/>
                <a:gd name="connsiteX269" fmla="*/ 5837334 w 12157642"/>
                <a:gd name="connsiteY269" fmla="*/ 3485153 h 4146014"/>
                <a:gd name="connsiteX270" fmla="*/ 5876791 w 12157642"/>
                <a:gd name="connsiteY270" fmla="*/ 3485153 h 4146014"/>
                <a:gd name="connsiteX271" fmla="*/ 5876791 w 12157642"/>
                <a:gd name="connsiteY271" fmla="*/ 3302738 h 4146014"/>
                <a:gd name="connsiteX272" fmla="*/ 5929776 w 12157642"/>
                <a:gd name="connsiteY272" fmla="*/ 3193250 h 4146014"/>
                <a:gd name="connsiteX273" fmla="*/ 5983325 w 12157642"/>
                <a:gd name="connsiteY273" fmla="*/ 3284457 h 4146014"/>
                <a:gd name="connsiteX274" fmla="*/ 5983325 w 12157642"/>
                <a:gd name="connsiteY274" fmla="*/ 3539799 h 4146014"/>
                <a:gd name="connsiteX275" fmla="*/ 6030109 w 12157642"/>
                <a:gd name="connsiteY275" fmla="*/ 3539799 h 4146014"/>
                <a:gd name="connsiteX276" fmla="*/ 6030109 w 12157642"/>
                <a:gd name="connsiteY276" fmla="*/ 3379007 h 4146014"/>
                <a:gd name="connsiteX277" fmla="*/ 6087603 w 12157642"/>
                <a:gd name="connsiteY277" fmla="*/ 3379007 h 4146014"/>
                <a:gd name="connsiteX278" fmla="*/ 6089857 w 12157642"/>
                <a:gd name="connsiteY278" fmla="*/ 3229222 h 4146014"/>
                <a:gd name="connsiteX279" fmla="*/ 6181171 w 12157642"/>
                <a:gd name="connsiteY279" fmla="*/ 3229811 h 4146014"/>
                <a:gd name="connsiteX280" fmla="*/ 6181171 w 12157642"/>
                <a:gd name="connsiteY280" fmla="*/ 2983511 h 4146014"/>
                <a:gd name="connsiteX281" fmla="*/ 6258957 w 12157642"/>
                <a:gd name="connsiteY281" fmla="*/ 2983511 h 4146014"/>
                <a:gd name="connsiteX282" fmla="*/ 6258957 w 12157642"/>
                <a:gd name="connsiteY282" fmla="*/ 3030884 h 4146014"/>
                <a:gd name="connsiteX283" fmla="*/ 6331670 w 12157642"/>
                <a:gd name="connsiteY283" fmla="*/ 3030884 h 4146014"/>
                <a:gd name="connsiteX284" fmla="*/ 6331670 w 12157642"/>
                <a:gd name="connsiteY284" fmla="*/ 2969162 h 4146014"/>
                <a:gd name="connsiteX285" fmla="*/ 6430312 w 12157642"/>
                <a:gd name="connsiteY285" fmla="*/ 2969162 h 4146014"/>
                <a:gd name="connsiteX286" fmla="*/ 6430312 w 12157642"/>
                <a:gd name="connsiteY286" fmla="*/ 3011817 h 4146014"/>
                <a:gd name="connsiteX287" fmla="*/ 6638305 w 12157642"/>
                <a:gd name="connsiteY287" fmla="*/ 3011817 h 4146014"/>
                <a:gd name="connsiteX288" fmla="*/ 6638305 w 12157642"/>
                <a:gd name="connsiteY288" fmla="*/ 2955009 h 4146014"/>
                <a:gd name="connsiteX289" fmla="*/ 6711018 w 12157642"/>
                <a:gd name="connsiteY289" fmla="*/ 2955009 h 4146014"/>
                <a:gd name="connsiteX290" fmla="*/ 6711018 w 12157642"/>
                <a:gd name="connsiteY290" fmla="*/ 3226863 h 4146014"/>
                <a:gd name="connsiteX291" fmla="*/ 6806842 w 12157642"/>
                <a:gd name="connsiteY291" fmla="*/ 3226863 h 4146014"/>
                <a:gd name="connsiteX292" fmla="*/ 6842353 w 12157642"/>
                <a:gd name="connsiteY292" fmla="*/ 3107349 h 4146014"/>
                <a:gd name="connsiteX293" fmla="*/ 6870536 w 12157642"/>
                <a:gd name="connsiteY293" fmla="*/ 3226863 h 4146014"/>
                <a:gd name="connsiteX294" fmla="*/ 6887446 w 12157642"/>
                <a:gd name="connsiteY294" fmla="*/ 3226863 h 4146014"/>
                <a:gd name="connsiteX295" fmla="*/ 6887446 w 12157642"/>
                <a:gd name="connsiteY295" fmla="*/ 2931421 h 4146014"/>
                <a:gd name="connsiteX296" fmla="*/ 6942122 w 12157642"/>
                <a:gd name="connsiteY296" fmla="*/ 2931421 h 4146014"/>
                <a:gd name="connsiteX297" fmla="*/ 6942122 w 12157642"/>
                <a:gd name="connsiteY297" fmla="*/ 2783798 h 4146014"/>
                <a:gd name="connsiteX298" fmla="*/ 7323724 w 12157642"/>
                <a:gd name="connsiteY298" fmla="*/ 2783798 h 4146014"/>
                <a:gd name="connsiteX299" fmla="*/ 7323724 w 12157642"/>
                <a:gd name="connsiteY299" fmla="*/ 3515228 h 4146014"/>
                <a:gd name="connsiteX300" fmla="*/ 7349089 w 12157642"/>
                <a:gd name="connsiteY300" fmla="*/ 3509331 h 4146014"/>
                <a:gd name="connsiteX301" fmla="*/ 7349089 w 12157642"/>
                <a:gd name="connsiteY301" fmla="*/ 3278364 h 4146014"/>
                <a:gd name="connsiteX302" fmla="*/ 7422366 w 12157642"/>
                <a:gd name="connsiteY302" fmla="*/ 2871271 h 4146014"/>
                <a:gd name="connsiteX303" fmla="*/ 7495642 w 12157642"/>
                <a:gd name="connsiteY303" fmla="*/ 3278364 h 4146014"/>
                <a:gd name="connsiteX304" fmla="*/ 7495642 w 12157642"/>
                <a:gd name="connsiteY304" fmla="*/ 3521518 h 4146014"/>
                <a:gd name="connsiteX305" fmla="*/ 7531153 w 12157642"/>
                <a:gd name="connsiteY305" fmla="*/ 3521518 h 4146014"/>
                <a:gd name="connsiteX306" fmla="*/ 7531153 w 12157642"/>
                <a:gd name="connsiteY306" fmla="*/ 3390801 h 4146014"/>
                <a:gd name="connsiteX307" fmla="*/ 7583011 w 12157642"/>
                <a:gd name="connsiteY307" fmla="*/ 3390801 h 4146014"/>
                <a:gd name="connsiteX308" fmla="*/ 7583011 w 12157642"/>
                <a:gd name="connsiteY308" fmla="*/ 3438174 h 4146014"/>
                <a:gd name="connsiteX309" fmla="*/ 7624159 w 12157642"/>
                <a:gd name="connsiteY309" fmla="*/ 3438174 h 4146014"/>
                <a:gd name="connsiteX310" fmla="*/ 7624159 w 12157642"/>
                <a:gd name="connsiteY310" fmla="*/ 3471197 h 4146014"/>
                <a:gd name="connsiteX311" fmla="*/ 7712654 w 12157642"/>
                <a:gd name="connsiteY311" fmla="*/ 3471197 h 4146014"/>
                <a:gd name="connsiteX312" fmla="*/ 7712654 w 12157642"/>
                <a:gd name="connsiteY312" fmla="*/ 3521518 h 4146014"/>
                <a:gd name="connsiteX313" fmla="*/ 7764512 w 12157642"/>
                <a:gd name="connsiteY313" fmla="*/ 3521518 h 4146014"/>
                <a:gd name="connsiteX314" fmla="*/ 7764512 w 12157642"/>
                <a:gd name="connsiteY314" fmla="*/ 3243964 h 4146014"/>
                <a:gd name="connsiteX315" fmla="*/ 7868790 w 12157642"/>
                <a:gd name="connsiteY315" fmla="*/ 3243964 h 4146014"/>
                <a:gd name="connsiteX316" fmla="*/ 7868790 w 12157642"/>
                <a:gd name="connsiteY316" fmla="*/ 2898791 h 4146014"/>
                <a:gd name="connsiteX317" fmla="*/ 8154569 w 12157642"/>
                <a:gd name="connsiteY317" fmla="*/ 2898791 h 4146014"/>
                <a:gd name="connsiteX318" fmla="*/ 8154569 w 12157642"/>
                <a:gd name="connsiteY318" fmla="*/ 2969162 h 4146014"/>
                <a:gd name="connsiteX319" fmla="*/ 8195153 w 12157642"/>
                <a:gd name="connsiteY319" fmla="*/ 2969162 h 4146014"/>
                <a:gd name="connsiteX320" fmla="*/ 8195153 w 12157642"/>
                <a:gd name="connsiteY320" fmla="*/ 3118750 h 4146014"/>
                <a:gd name="connsiteX321" fmla="*/ 8215445 w 12157642"/>
                <a:gd name="connsiteY321" fmla="*/ 3118750 h 4146014"/>
                <a:gd name="connsiteX322" fmla="*/ 8215445 w 12157642"/>
                <a:gd name="connsiteY322" fmla="*/ 3107349 h 4146014"/>
                <a:gd name="connsiteX323" fmla="*/ 8265611 w 12157642"/>
                <a:gd name="connsiteY323" fmla="*/ 3107939 h 4146014"/>
                <a:gd name="connsiteX324" fmla="*/ 8265611 w 12157642"/>
                <a:gd name="connsiteY324" fmla="*/ 3074523 h 4146014"/>
                <a:gd name="connsiteX325" fmla="*/ 8491642 w 12157642"/>
                <a:gd name="connsiteY325" fmla="*/ 3074523 h 4146014"/>
                <a:gd name="connsiteX326" fmla="*/ 8491642 w 12157642"/>
                <a:gd name="connsiteY326" fmla="*/ 2871271 h 4146014"/>
                <a:gd name="connsiteX327" fmla="*/ 8510243 w 12157642"/>
                <a:gd name="connsiteY327" fmla="*/ 2871271 h 4146014"/>
                <a:gd name="connsiteX328" fmla="*/ 8510243 w 12157642"/>
                <a:gd name="connsiteY328" fmla="*/ 2645218 h 4146014"/>
                <a:gd name="connsiteX329" fmla="*/ 8655105 w 12157642"/>
                <a:gd name="connsiteY329" fmla="*/ 2645218 h 4146014"/>
                <a:gd name="connsiteX330" fmla="*/ 8655105 w 12157642"/>
                <a:gd name="connsiteY330" fmla="*/ 2871271 h 4146014"/>
                <a:gd name="connsiteX331" fmla="*/ 8730073 w 12157642"/>
                <a:gd name="connsiteY331" fmla="*/ 2871271 h 4146014"/>
                <a:gd name="connsiteX332" fmla="*/ 8730073 w 12157642"/>
                <a:gd name="connsiteY332" fmla="*/ 3608598 h 4146014"/>
                <a:gd name="connsiteX333" fmla="*/ 8801658 w 12157642"/>
                <a:gd name="connsiteY333" fmla="*/ 3608598 h 4146014"/>
                <a:gd name="connsiteX334" fmla="*/ 8801658 w 12157642"/>
                <a:gd name="connsiteY334" fmla="*/ 3466873 h 4146014"/>
                <a:gd name="connsiteX335" fmla="*/ 8834915 w 12157642"/>
                <a:gd name="connsiteY335" fmla="*/ 3466873 h 4146014"/>
                <a:gd name="connsiteX336" fmla="*/ 8834915 w 12157642"/>
                <a:gd name="connsiteY336" fmla="*/ 3150791 h 4146014"/>
                <a:gd name="connsiteX337" fmla="*/ 8868171 w 12157642"/>
                <a:gd name="connsiteY337" fmla="*/ 3150791 h 4146014"/>
                <a:gd name="connsiteX338" fmla="*/ 8868171 w 12157642"/>
                <a:gd name="connsiteY338" fmla="*/ 3017125 h 4146014"/>
                <a:gd name="connsiteX339" fmla="*/ 8974704 w 12157642"/>
                <a:gd name="connsiteY339" fmla="*/ 2907636 h 4146014"/>
                <a:gd name="connsiteX340" fmla="*/ 9040653 w 12157642"/>
                <a:gd name="connsiteY340" fmla="*/ 2958940 h 4146014"/>
                <a:gd name="connsiteX341" fmla="*/ 9040653 w 12157642"/>
                <a:gd name="connsiteY341" fmla="*/ 912076 h 4146014"/>
                <a:gd name="connsiteX342" fmla="*/ 9218208 w 12157642"/>
                <a:gd name="connsiteY342" fmla="*/ 912076 h 4146014"/>
                <a:gd name="connsiteX343" fmla="*/ 9218208 w 12157642"/>
                <a:gd name="connsiteY343" fmla="*/ 888685 h 4146014"/>
                <a:gd name="connsiteX344" fmla="*/ 9086310 w 12157642"/>
                <a:gd name="connsiteY344" fmla="*/ 888685 h 4146014"/>
                <a:gd name="connsiteX345" fmla="*/ 9054181 w 12157642"/>
                <a:gd name="connsiteY345" fmla="*/ 873942 h 4146014"/>
                <a:gd name="connsiteX346" fmla="*/ 9051363 w 12157642"/>
                <a:gd name="connsiteY346" fmla="*/ 844850 h 4146014"/>
                <a:gd name="connsiteX347" fmla="*/ 9080673 w 12157642"/>
                <a:gd name="connsiteY347" fmla="*/ 825586 h 4146014"/>
                <a:gd name="connsiteX348" fmla="*/ 9218208 w 12157642"/>
                <a:gd name="connsiteY348" fmla="*/ 825586 h 41460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</a:cxnLst>
              <a:rect l="l" t="t" r="r" b="b"/>
              <a:pathLst>
                <a:path w="12157642" h="4146014">
                  <a:moveTo>
                    <a:pt x="9240755" y="0"/>
                  </a:moveTo>
                  <a:lnTo>
                    <a:pt x="9262174" y="825390"/>
                  </a:lnTo>
                  <a:lnTo>
                    <a:pt x="9392945" y="827749"/>
                  </a:lnTo>
                  <a:lnTo>
                    <a:pt x="9422819" y="849568"/>
                  </a:lnTo>
                  <a:lnTo>
                    <a:pt x="9422819" y="873942"/>
                  </a:lnTo>
                  <a:lnTo>
                    <a:pt x="9385617" y="889471"/>
                  </a:lnTo>
                  <a:lnTo>
                    <a:pt x="9264993" y="888685"/>
                  </a:lnTo>
                  <a:lnTo>
                    <a:pt x="9267811" y="917777"/>
                  </a:lnTo>
                  <a:lnTo>
                    <a:pt x="9422819" y="919546"/>
                  </a:lnTo>
                  <a:lnTo>
                    <a:pt x="9422819" y="3048969"/>
                  </a:lnTo>
                  <a:cubicBezTo>
                    <a:pt x="9453821" y="3038551"/>
                    <a:pt x="9490459" y="3033047"/>
                    <a:pt x="9531607" y="3037764"/>
                  </a:cubicBezTo>
                  <a:lnTo>
                    <a:pt x="9528225" y="1908677"/>
                  </a:lnTo>
                  <a:lnTo>
                    <a:pt x="9804985" y="1701691"/>
                  </a:lnTo>
                  <a:lnTo>
                    <a:pt x="10035525" y="1912019"/>
                  </a:lnTo>
                  <a:lnTo>
                    <a:pt x="10035525" y="3226077"/>
                  </a:lnTo>
                  <a:cubicBezTo>
                    <a:pt x="10058636" y="3215462"/>
                    <a:pt x="10086255" y="3205830"/>
                    <a:pt x="10117257" y="3202095"/>
                  </a:cubicBezTo>
                  <a:lnTo>
                    <a:pt x="10117257" y="1756533"/>
                  </a:lnTo>
                  <a:lnTo>
                    <a:pt x="10430656" y="1760071"/>
                  </a:lnTo>
                  <a:lnTo>
                    <a:pt x="10430656" y="3554935"/>
                  </a:lnTo>
                  <a:lnTo>
                    <a:pt x="10497732" y="3554935"/>
                  </a:lnTo>
                  <a:lnTo>
                    <a:pt x="10507314" y="3546090"/>
                  </a:lnTo>
                  <a:lnTo>
                    <a:pt x="10507314" y="3351290"/>
                  </a:lnTo>
                  <a:lnTo>
                    <a:pt x="10524224" y="3351290"/>
                  </a:lnTo>
                  <a:lnTo>
                    <a:pt x="10524224" y="2887193"/>
                  </a:lnTo>
                  <a:lnTo>
                    <a:pt x="10771674" y="2887193"/>
                  </a:lnTo>
                  <a:lnTo>
                    <a:pt x="10771674" y="3516997"/>
                  </a:lnTo>
                  <a:cubicBezTo>
                    <a:pt x="10790839" y="3527809"/>
                    <a:pt x="10812258" y="3548252"/>
                    <a:pt x="10824095" y="3586583"/>
                  </a:cubicBezTo>
                  <a:lnTo>
                    <a:pt x="10863552" y="3575378"/>
                  </a:lnTo>
                  <a:lnTo>
                    <a:pt x="10863552" y="3665406"/>
                  </a:lnTo>
                  <a:cubicBezTo>
                    <a:pt x="10863552" y="3665406"/>
                    <a:pt x="11053508" y="3644570"/>
                    <a:pt x="11153277" y="3757007"/>
                  </a:cubicBezTo>
                  <a:cubicBezTo>
                    <a:pt x="11173005" y="3764477"/>
                    <a:pt x="11193297" y="3772929"/>
                    <a:pt x="11213589" y="3782954"/>
                  </a:cubicBezTo>
                  <a:cubicBezTo>
                    <a:pt x="11433419" y="3892246"/>
                    <a:pt x="11459911" y="4068568"/>
                    <a:pt x="11459911" y="4068568"/>
                  </a:cubicBezTo>
                  <a:lnTo>
                    <a:pt x="11517405" y="3971070"/>
                  </a:lnTo>
                  <a:lnTo>
                    <a:pt x="11466675" y="3971266"/>
                  </a:lnTo>
                  <a:lnTo>
                    <a:pt x="11453147" y="3904433"/>
                  </a:lnTo>
                  <a:lnTo>
                    <a:pt x="11513460" y="3905023"/>
                  </a:lnTo>
                  <a:lnTo>
                    <a:pt x="11513460" y="3849787"/>
                  </a:lnTo>
                  <a:lnTo>
                    <a:pt x="11555735" y="3850574"/>
                  </a:lnTo>
                  <a:lnTo>
                    <a:pt x="11555735" y="3641622"/>
                  </a:lnTo>
                  <a:lnTo>
                    <a:pt x="11576027" y="3570071"/>
                  </a:lnTo>
                  <a:lnTo>
                    <a:pt x="11575463" y="3470411"/>
                  </a:lnTo>
                  <a:lnTo>
                    <a:pt x="11555735" y="3470411"/>
                  </a:lnTo>
                  <a:lnTo>
                    <a:pt x="11559117" y="3379793"/>
                  </a:lnTo>
                  <a:lnTo>
                    <a:pt x="11554607" y="3358957"/>
                  </a:lnTo>
                  <a:lnTo>
                    <a:pt x="11529806" y="3358957"/>
                  </a:lnTo>
                  <a:lnTo>
                    <a:pt x="11529806" y="3315122"/>
                  </a:lnTo>
                  <a:lnTo>
                    <a:pt x="11551789" y="3203078"/>
                  </a:lnTo>
                  <a:lnTo>
                    <a:pt x="11529806" y="3159833"/>
                  </a:lnTo>
                  <a:lnTo>
                    <a:pt x="11529806" y="3076095"/>
                  </a:lnTo>
                  <a:lnTo>
                    <a:pt x="11503314" y="3056242"/>
                  </a:lnTo>
                  <a:lnTo>
                    <a:pt x="11503314" y="2980563"/>
                  </a:lnTo>
                  <a:lnTo>
                    <a:pt x="11548971" y="2790285"/>
                  </a:lnTo>
                  <a:lnTo>
                    <a:pt x="11548971" y="2737801"/>
                  </a:lnTo>
                  <a:lnTo>
                    <a:pt x="11520787" y="2737801"/>
                  </a:lnTo>
                  <a:lnTo>
                    <a:pt x="11520787" y="2685514"/>
                  </a:lnTo>
                  <a:lnTo>
                    <a:pt x="11498241" y="2674310"/>
                  </a:lnTo>
                  <a:lnTo>
                    <a:pt x="11498241" y="2629296"/>
                  </a:lnTo>
                  <a:lnTo>
                    <a:pt x="11513460" y="2611211"/>
                  </a:lnTo>
                  <a:lnTo>
                    <a:pt x="11528115" y="2611211"/>
                  </a:lnTo>
                  <a:lnTo>
                    <a:pt x="11524169" y="2601186"/>
                  </a:lnTo>
                  <a:lnTo>
                    <a:pt x="11509514" y="2585264"/>
                  </a:lnTo>
                  <a:lnTo>
                    <a:pt x="11509514" y="2543002"/>
                  </a:lnTo>
                  <a:lnTo>
                    <a:pt x="11595191" y="2440787"/>
                  </a:lnTo>
                  <a:lnTo>
                    <a:pt x="11595191" y="2470272"/>
                  </a:lnTo>
                  <a:lnTo>
                    <a:pt x="11573772" y="2510765"/>
                  </a:lnTo>
                  <a:lnTo>
                    <a:pt x="11588427" y="2526491"/>
                  </a:lnTo>
                  <a:lnTo>
                    <a:pt x="11590118" y="2543002"/>
                  </a:lnTo>
                  <a:lnTo>
                    <a:pt x="11603646" y="2562659"/>
                  </a:lnTo>
                  <a:lnTo>
                    <a:pt x="11603646" y="2596469"/>
                  </a:lnTo>
                  <a:lnTo>
                    <a:pt x="11562499" y="2601186"/>
                  </a:lnTo>
                  <a:lnTo>
                    <a:pt x="11566444" y="2613374"/>
                  </a:lnTo>
                  <a:lnTo>
                    <a:pt x="11603646" y="2615732"/>
                  </a:lnTo>
                  <a:lnTo>
                    <a:pt x="11616047" y="2630279"/>
                  </a:lnTo>
                  <a:lnTo>
                    <a:pt x="11616047" y="2672148"/>
                  </a:lnTo>
                  <a:lnTo>
                    <a:pt x="11565317" y="2673130"/>
                  </a:lnTo>
                  <a:lnTo>
                    <a:pt x="11564753" y="2680600"/>
                  </a:lnTo>
                  <a:lnTo>
                    <a:pt x="11592373" y="2715982"/>
                  </a:lnTo>
                  <a:lnTo>
                    <a:pt x="11596319" y="2865964"/>
                  </a:lnTo>
                  <a:lnTo>
                    <a:pt x="11607028" y="2871271"/>
                  </a:lnTo>
                  <a:lnTo>
                    <a:pt x="11607028" y="2912354"/>
                  </a:lnTo>
                  <a:lnTo>
                    <a:pt x="11651558" y="2917858"/>
                  </a:lnTo>
                  <a:lnTo>
                    <a:pt x="11630702" y="2862622"/>
                  </a:lnTo>
                  <a:lnTo>
                    <a:pt x="11672977" y="2894270"/>
                  </a:lnTo>
                  <a:lnTo>
                    <a:pt x="11692706" y="2895449"/>
                  </a:lnTo>
                  <a:lnTo>
                    <a:pt x="11722016" y="2840017"/>
                  </a:lnTo>
                  <a:lnTo>
                    <a:pt x="11728217" y="2898791"/>
                  </a:lnTo>
                  <a:lnTo>
                    <a:pt x="11798675" y="2865964"/>
                  </a:lnTo>
                  <a:lnTo>
                    <a:pt x="11755837" y="2912354"/>
                  </a:lnTo>
                  <a:lnTo>
                    <a:pt x="11830804" y="2914516"/>
                  </a:lnTo>
                  <a:lnTo>
                    <a:pt x="11772747" y="2946164"/>
                  </a:lnTo>
                  <a:lnTo>
                    <a:pt x="11830804" y="2961889"/>
                  </a:lnTo>
                  <a:lnTo>
                    <a:pt x="11767674" y="2969752"/>
                  </a:lnTo>
                  <a:lnTo>
                    <a:pt x="11764292" y="3022825"/>
                  </a:lnTo>
                  <a:lnTo>
                    <a:pt x="11729344" y="3057814"/>
                  </a:lnTo>
                  <a:lnTo>
                    <a:pt x="11772183" y="3110101"/>
                  </a:lnTo>
                  <a:lnTo>
                    <a:pt x="11831932" y="3110101"/>
                  </a:lnTo>
                  <a:lnTo>
                    <a:pt x="11898444" y="3228042"/>
                  </a:lnTo>
                  <a:lnTo>
                    <a:pt x="11958757" y="3183028"/>
                  </a:lnTo>
                  <a:cubicBezTo>
                    <a:pt x="11958757" y="3183028"/>
                    <a:pt x="12020760" y="3255169"/>
                    <a:pt x="12024706" y="3255169"/>
                  </a:cubicBezTo>
                  <a:cubicBezTo>
                    <a:pt x="12028088" y="3255169"/>
                    <a:pt x="11919300" y="3371340"/>
                    <a:pt x="11919300" y="3371340"/>
                  </a:cubicBezTo>
                  <a:lnTo>
                    <a:pt x="11942974" y="3578916"/>
                  </a:lnTo>
                  <a:lnTo>
                    <a:pt x="11913100" y="3586583"/>
                  </a:lnTo>
                  <a:lnTo>
                    <a:pt x="11905772" y="3614888"/>
                  </a:lnTo>
                  <a:lnTo>
                    <a:pt x="11873643" y="3625110"/>
                  </a:lnTo>
                  <a:lnTo>
                    <a:pt x="11872516" y="3647519"/>
                  </a:lnTo>
                  <a:lnTo>
                    <a:pt x="11825168" y="3646732"/>
                  </a:lnTo>
                  <a:lnTo>
                    <a:pt x="11821786" y="3680346"/>
                  </a:lnTo>
                  <a:lnTo>
                    <a:pt x="11906899" y="3698430"/>
                  </a:lnTo>
                  <a:lnTo>
                    <a:pt x="11909718" y="3732240"/>
                  </a:lnTo>
                  <a:lnTo>
                    <a:pt x="11941847" y="3734402"/>
                  </a:lnTo>
                  <a:lnTo>
                    <a:pt x="11941847" y="3856864"/>
                  </a:lnTo>
                  <a:lnTo>
                    <a:pt x="11992577" y="3857847"/>
                  </a:lnTo>
                  <a:lnTo>
                    <a:pt x="11992013" y="3906202"/>
                  </a:lnTo>
                  <a:lnTo>
                    <a:pt x="12046125" y="3904433"/>
                  </a:lnTo>
                  <a:lnTo>
                    <a:pt x="12046125" y="3965173"/>
                  </a:lnTo>
                  <a:lnTo>
                    <a:pt x="11992013" y="3964190"/>
                  </a:lnTo>
                  <a:cubicBezTo>
                    <a:pt x="11992013" y="3964190"/>
                    <a:pt x="12095058" y="3999462"/>
                    <a:pt x="12145630" y="4109479"/>
                  </a:cubicBezTo>
                  <a:lnTo>
                    <a:pt x="12157642" y="4146014"/>
                  </a:lnTo>
                  <a:lnTo>
                    <a:pt x="0" y="4146014"/>
                  </a:lnTo>
                  <a:lnTo>
                    <a:pt x="0" y="3697054"/>
                  </a:lnTo>
                  <a:lnTo>
                    <a:pt x="0" y="3492623"/>
                  </a:lnTo>
                  <a:lnTo>
                    <a:pt x="312272" y="3492623"/>
                  </a:lnTo>
                  <a:lnTo>
                    <a:pt x="312272" y="3781775"/>
                  </a:lnTo>
                  <a:lnTo>
                    <a:pt x="392876" y="3781775"/>
                  </a:lnTo>
                  <a:lnTo>
                    <a:pt x="392876" y="3220376"/>
                  </a:lnTo>
                  <a:lnTo>
                    <a:pt x="709657" y="3220376"/>
                  </a:lnTo>
                  <a:lnTo>
                    <a:pt x="709657" y="3631007"/>
                  </a:lnTo>
                  <a:lnTo>
                    <a:pt x="777297" y="3631007"/>
                  </a:lnTo>
                  <a:lnTo>
                    <a:pt x="777297" y="3300772"/>
                  </a:lnTo>
                  <a:lnTo>
                    <a:pt x="912013" y="3300772"/>
                  </a:lnTo>
                  <a:lnTo>
                    <a:pt x="912013" y="3618033"/>
                  </a:lnTo>
                  <a:lnTo>
                    <a:pt x="932869" y="3599163"/>
                  </a:lnTo>
                  <a:lnTo>
                    <a:pt x="932869" y="3503238"/>
                  </a:lnTo>
                  <a:cubicBezTo>
                    <a:pt x="932869" y="3512083"/>
                    <a:pt x="968944" y="3512476"/>
                    <a:pt x="1006146" y="3510314"/>
                  </a:cubicBezTo>
                  <a:lnTo>
                    <a:pt x="1006146" y="2871271"/>
                  </a:lnTo>
                  <a:lnTo>
                    <a:pt x="1483008" y="2871271"/>
                  </a:lnTo>
                  <a:lnTo>
                    <a:pt x="1483008" y="3375665"/>
                  </a:lnTo>
                  <a:lnTo>
                    <a:pt x="1512318" y="3375665"/>
                  </a:lnTo>
                  <a:lnTo>
                    <a:pt x="1512318" y="3430507"/>
                  </a:lnTo>
                  <a:lnTo>
                    <a:pt x="1563612" y="3430507"/>
                  </a:lnTo>
                  <a:lnTo>
                    <a:pt x="1563612" y="2411302"/>
                  </a:lnTo>
                  <a:lnTo>
                    <a:pt x="1605887" y="2411302"/>
                  </a:lnTo>
                  <a:lnTo>
                    <a:pt x="1605887" y="2350955"/>
                  </a:lnTo>
                  <a:lnTo>
                    <a:pt x="1641962" y="2350955"/>
                  </a:lnTo>
                  <a:lnTo>
                    <a:pt x="1641962" y="2114680"/>
                  </a:lnTo>
                  <a:lnTo>
                    <a:pt x="1656054" y="2114680"/>
                  </a:lnTo>
                  <a:lnTo>
                    <a:pt x="1656054" y="2045881"/>
                  </a:lnTo>
                  <a:lnTo>
                    <a:pt x="1669581" y="2033694"/>
                  </a:lnTo>
                  <a:lnTo>
                    <a:pt x="1669581" y="1968237"/>
                  </a:lnTo>
                  <a:lnTo>
                    <a:pt x="1687055" y="1952118"/>
                  </a:lnTo>
                  <a:lnTo>
                    <a:pt x="1687055" y="1870346"/>
                  </a:lnTo>
                  <a:lnTo>
                    <a:pt x="1712420" y="1870346"/>
                  </a:lnTo>
                  <a:lnTo>
                    <a:pt x="1712420" y="1794864"/>
                  </a:lnTo>
                  <a:lnTo>
                    <a:pt x="1750186" y="1760465"/>
                  </a:lnTo>
                  <a:lnTo>
                    <a:pt x="1750186" y="1701494"/>
                  </a:lnTo>
                  <a:lnTo>
                    <a:pt x="1785133" y="1632695"/>
                  </a:lnTo>
                  <a:lnTo>
                    <a:pt x="1785133" y="1566059"/>
                  </a:lnTo>
                  <a:lnTo>
                    <a:pt x="1797534" y="1566059"/>
                  </a:lnTo>
                  <a:lnTo>
                    <a:pt x="1806553" y="1212433"/>
                  </a:lnTo>
                  <a:lnTo>
                    <a:pt x="1806553" y="1205749"/>
                  </a:lnTo>
                  <a:lnTo>
                    <a:pt x="1807116" y="1566059"/>
                  </a:lnTo>
                  <a:lnTo>
                    <a:pt x="1826845" y="1603800"/>
                  </a:lnTo>
                  <a:lnTo>
                    <a:pt x="1826845" y="1650386"/>
                  </a:lnTo>
                  <a:lnTo>
                    <a:pt x="1841500" y="1661591"/>
                  </a:lnTo>
                  <a:lnTo>
                    <a:pt x="1841500" y="1712698"/>
                  </a:lnTo>
                  <a:lnTo>
                    <a:pt x="1851082" y="1719382"/>
                  </a:lnTo>
                  <a:lnTo>
                    <a:pt x="1851082" y="1799385"/>
                  </a:lnTo>
                  <a:lnTo>
                    <a:pt x="1875320" y="1803710"/>
                  </a:lnTo>
                  <a:lnTo>
                    <a:pt x="1875320" y="1883713"/>
                  </a:lnTo>
                  <a:lnTo>
                    <a:pt x="1892230" y="1897079"/>
                  </a:lnTo>
                  <a:lnTo>
                    <a:pt x="1892230" y="1959391"/>
                  </a:lnTo>
                  <a:lnTo>
                    <a:pt x="1902376" y="1970399"/>
                  </a:lnTo>
                  <a:lnTo>
                    <a:pt x="1902376" y="2045881"/>
                  </a:lnTo>
                  <a:lnTo>
                    <a:pt x="1965507" y="2101510"/>
                  </a:lnTo>
                  <a:lnTo>
                    <a:pt x="1965507" y="2343486"/>
                  </a:lnTo>
                  <a:lnTo>
                    <a:pt x="2010600" y="2384765"/>
                  </a:lnTo>
                  <a:lnTo>
                    <a:pt x="2010600" y="2490322"/>
                  </a:lnTo>
                  <a:lnTo>
                    <a:pt x="2033147" y="2510962"/>
                  </a:lnTo>
                  <a:lnTo>
                    <a:pt x="2033147" y="3472573"/>
                  </a:lnTo>
                  <a:lnTo>
                    <a:pt x="2085568" y="3472573"/>
                  </a:lnTo>
                  <a:lnTo>
                    <a:pt x="2085568" y="3169072"/>
                  </a:lnTo>
                  <a:lnTo>
                    <a:pt x="2118824" y="3162978"/>
                  </a:lnTo>
                  <a:lnTo>
                    <a:pt x="2118824" y="3107349"/>
                  </a:lnTo>
                  <a:lnTo>
                    <a:pt x="2152081" y="3071771"/>
                  </a:lnTo>
                  <a:lnTo>
                    <a:pt x="2178573" y="3085923"/>
                  </a:lnTo>
                  <a:lnTo>
                    <a:pt x="2178573" y="2945574"/>
                  </a:lnTo>
                  <a:lnTo>
                    <a:pt x="2252977" y="2945574"/>
                  </a:lnTo>
                  <a:lnTo>
                    <a:pt x="2252977" y="2603349"/>
                  </a:lnTo>
                  <a:lnTo>
                    <a:pt x="2489153" y="2603349"/>
                  </a:lnTo>
                  <a:lnTo>
                    <a:pt x="2489153" y="3016535"/>
                  </a:lnTo>
                  <a:lnTo>
                    <a:pt x="2541011" y="3016535"/>
                  </a:lnTo>
                  <a:lnTo>
                    <a:pt x="2541011" y="2603349"/>
                  </a:lnTo>
                  <a:lnTo>
                    <a:pt x="2804243" y="2603349"/>
                  </a:lnTo>
                  <a:lnTo>
                    <a:pt x="2804243" y="3054473"/>
                  </a:lnTo>
                  <a:lnTo>
                    <a:pt x="2827917" y="3054473"/>
                  </a:lnTo>
                  <a:lnTo>
                    <a:pt x="2827917" y="3101846"/>
                  </a:lnTo>
                  <a:lnTo>
                    <a:pt x="2900066" y="3101846"/>
                  </a:lnTo>
                  <a:lnTo>
                    <a:pt x="2900066" y="3156885"/>
                  </a:lnTo>
                  <a:lnTo>
                    <a:pt x="2905139" y="3156885"/>
                  </a:lnTo>
                  <a:lnTo>
                    <a:pt x="2905139" y="3242588"/>
                  </a:lnTo>
                  <a:lnTo>
                    <a:pt x="2983489" y="3239247"/>
                  </a:lnTo>
                  <a:lnTo>
                    <a:pt x="2983489" y="3300772"/>
                  </a:lnTo>
                  <a:lnTo>
                    <a:pt x="3031401" y="3300772"/>
                  </a:lnTo>
                  <a:lnTo>
                    <a:pt x="3031401" y="2282943"/>
                  </a:lnTo>
                  <a:lnTo>
                    <a:pt x="3222484" y="2282943"/>
                  </a:lnTo>
                  <a:lnTo>
                    <a:pt x="3222484" y="2950095"/>
                  </a:lnTo>
                  <a:lnTo>
                    <a:pt x="3369601" y="2950095"/>
                  </a:lnTo>
                  <a:lnTo>
                    <a:pt x="3369601" y="2160481"/>
                  </a:lnTo>
                  <a:lnTo>
                    <a:pt x="3527428" y="2160481"/>
                  </a:lnTo>
                  <a:lnTo>
                    <a:pt x="3527428" y="2543002"/>
                  </a:lnTo>
                  <a:lnTo>
                    <a:pt x="3704983" y="2543002"/>
                  </a:lnTo>
                  <a:lnTo>
                    <a:pt x="3704983" y="2599810"/>
                  </a:lnTo>
                  <a:lnTo>
                    <a:pt x="3772623" y="2599810"/>
                  </a:lnTo>
                  <a:lnTo>
                    <a:pt x="3772623" y="2685121"/>
                  </a:lnTo>
                  <a:lnTo>
                    <a:pt x="3772623" y="3260279"/>
                  </a:lnTo>
                  <a:lnTo>
                    <a:pt x="3879156" y="3357581"/>
                  </a:lnTo>
                  <a:lnTo>
                    <a:pt x="3888738" y="3357581"/>
                  </a:lnTo>
                  <a:lnTo>
                    <a:pt x="3888738" y="2543002"/>
                  </a:lnTo>
                  <a:lnTo>
                    <a:pt x="4115896" y="2543002"/>
                  </a:lnTo>
                  <a:lnTo>
                    <a:pt x="4115896" y="3300772"/>
                  </a:lnTo>
                  <a:lnTo>
                    <a:pt x="4164371" y="3300772"/>
                  </a:lnTo>
                  <a:lnTo>
                    <a:pt x="4164371" y="3223718"/>
                  </a:lnTo>
                  <a:cubicBezTo>
                    <a:pt x="4164371" y="3223718"/>
                    <a:pt x="4165499" y="3223718"/>
                    <a:pt x="4167753" y="3223914"/>
                  </a:cubicBezTo>
                  <a:lnTo>
                    <a:pt x="4167753" y="3196395"/>
                  </a:lnTo>
                  <a:lnTo>
                    <a:pt x="4202137" y="3171627"/>
                  </a:lnTo>
                  <a:lnTo>
                    <a:pt x="4202137" y="1826708"/>
                  </a:lnTo>
                  <a:lnTo>
                    <a:pt x="4224120" y="1826708"/>
                  </a:lnTo>
                  <a:lnTo>
                    <a:pt x="4224120" y="1559375"/>
                  </a:lnTo>
                  <a:lnTo>
                    <a:pt x="4257377" y="1556034"/>
                  </a:lnTo>
                  <a:lnTo>
                    <a:pt x="4257377" y="1461484"/>
                  </a:lnTo>
                  <a:lnTo>
                    <a:pt x="4301906" y="1457946"/>
                  </a:lnTo>
                  <a:lnTo>
                    <a:pt x="4301906" y="1403890"/>
                  </a:lnTo>
                  <a:lnTo>
                    <a:pt x="4346436" y="1403890"/>
                  </a:lnTo>
                  <a:lnTo>
                    <a:pt x="4346436" y="1349834"/>
                  </a:lnTo>
                  <a:lnTo>
                    <a:pt x="4402239" y="1349834"/>
                  </a:lnTo>
                  <a:lnTo>
                    <a:pt x="4402239" y="1011540"/>
                  </a:lnTo>
                  <a:cubicBezTo>
                    <a:pt x="4402239" y="1011540"/>
                    <a:pt x="4405621" y="961612"/>
                    <a:pt x="4477206" y="959056"/>
                  </a:cubicBezTo>
                  <a:lnTo>
                    <a:pt x="4477206" y="825586"/>
                  </a:lnTo>
                  <a:lnTo>
                    <a:pt x="4495244" y="825586"/>
                  </a:lnTo>
                  <a:lnTo>
                    <a:pt x="4495244" y="960236"/>
                  </a:lnTo>
                  <a:cubicBezTo>
                    <a:pt x="4495244" y="960236"/>
                    <a:pt x="4556684" y="965346"/>
                    <a:pt x="4554429" y="1018420"/>
                  </a:cubicBezTo>
                  <a:cubicBezTo>
                    <a:pt x="4552174" y="1065596"/>
                    <a:pt x="4554429" y="1322707"/>
                    <a:pt x="4554429" y="1322707"/>
                  </a:cubicBezTo>
                  <a:lnTo>
                    <a:pt x="4576412" y="1326049"/>
                  </a:lnTo>
                  <a:lnTo>
                    <a:pt x="4576412" y="1356517"/>
                  </a:lnTo>
                  <a:lnTo>
                    <a:pt x="4613614" y="1349834"/>
                  </a:lnTo>
                  <a:lnTo>
                    <a:pt x="4613614" y="1410770"/>
                  </a:lnTo>
                  <a:lnTo>
                    <a:pt x="4658143" y="1410770"/>
                  </a:lnTo>
                  <a:lnTo>
                    <a:pt x="4658143" y="1454604"/>
                  </a:lnTo>
                  <a:lnTo>
                    <a:pt x="4698727" y="1454604"/>
                  </a:lnTo>
                  <a:lnTo>
                    <a:pt x="4698727" y="1566255"/>
                  </a:lnTo>
                  <a:lnTo>
                    <a:pt x="4739875" y="1566255"/>
                  </a:lnTo>
                  <a:lnTo>
                    <a:pt x="4739875" y="1830050"/>
                  </a:lnTo>
                  <a:lnTo>
                    <a:pt x="4780460" y="1830050"/>
                  </a:lnTo>
                  <a:lnTo>
                    <a:pt x="4780460" y="3433653"/>
                  </a:lnTo>
                  <a:lnTo>
                    <a:pt x="4800752" y="3415175"/>
                  </a:lnTo>
                  <a:lnTo>
                    <a:pt x="4800752" y="3205437"/>
                  </a:lnTo>
                  <a:lnTo>
                    <a:pt x="4821043" y="3205437"/>
                  </a:lnTo>
                  <a:lnTo>
                    <a:pt x="4821043" y="2694556"/>
                  </a:lnTo>
                  <a:lnTo>
                    <a:pt x="5036364" y="2694556"/>
                  </a:lnTo>
                  <a:lnTo>
                    <a:pt x="5036364" y="2565608"/>
                  </a:lnTo>
                  <a:lnTo>
                    <a:pt x="5258449" y="2565608"/>
                  </a:lnTo>
                  <a:lnTo>
                    <a:pt x="5258449" y="2827240"/>
                  </a:lnTo>
                  <a:lnTo>
                    <a:pt x="5433749" y="2827240"/>
                  </a:lnTo>
                  <a:lnTo>
                    <a:pt x="5433749" y="3152560"/>
                  </a:lnTo>
                  <a:lnTo>
                    <a:pt x="5532391" y="3152560"/>
                  </a:lnTo>
                  <a:lnTo>
                    <a:pt x="5532391" y="2921789"/>
                  </a:lnTo>
                  <a:lnTo>
                    <a:pt x="5562829" y="2921789"/>
                  </a:lnTo>
                  <a:lnTo>
                    <a:pt x="5562829" y="2814266"/>
                  </a:lnTo>
                  <a:lnTo>
                    <a:pt x="5837334" y="2814266"/>
                  </a:lnTo>
                  <a:lnTo>
                    <a:pt x="5837334" y="3485153"/>
                  </a:lnTo>
                  <a:lnTo>
                    <a:pt x="5876791" y="3485153"/>
                  </a:lnTo>
                  <a:lnTo>
                    <a:pt x="5876791" y="3302738"/>
                  </a:lnTo>
                  <a:lnTo>
                    <a:pt x="5929776" y="3193250"/>
                  </a:lnTo>
                  <a:lnTo>
                    <a:pt x="5983325" y="3284457"/>
                  </a:lnTo>
                  <a:lnTo>
                    <a:pt x="5983325" y="3539799"/>
                  </a:lnTo>
                  <a:lnTo>
                    <a:pt x="6030109" y="3539799"/>
                  </a:lnTo>
                  <a:lnTo>
                    <a:pt x="6030109" y="3379007"/>
                  </a:lnTo>
                  <a:lnTo>
                    <a:pt x="6087603" y="3379007"/>
                  </a:lnTo>
                  <a:cubicBezTo>
                    <a:pt x="6087603" y="3379007"/>
                    <a:pt x="6095494" y="3248092"/>
                    <a:pt x="6089857" y="3229222"/>
                  </a:cubicBezTo>
                  <a:cubicBezTo>
                    <a:pt x="6100567" y="3231974"/>
                    <a:pt x="6142842" y="3231187"/>
                    <a:pt x="6181171" y="3229811"/>
                  </a:cubicBezTo>
                  <a:lnTo>
                    <a:pt x="6181171" y="2983511"/>
                  </a:lnTo>
                  <a:lnTo>
                    <a:pt x="6258957" y="2983511"/>
                  </a:lnTo>
                  <a:lnTo>
                    <a:pt x="6258957" y="3030884"/>
                  </a:lnTo>
                  <a:lnTo>
                    <a:pt x="6331670" y="3030884"/>
                  </a:lnTo>
                  <a:lnTo>
                    <a:pt x="6331670" y="2969162"/>
                  </a:lnTo>
                  <a:lnTo>
                    <a:pt x="6430312" y="2969162"/>
                  </a:lnTo>
                  <a:lnTo>
                    <a:pt x="6430312" y="3011817"/>
                  </a:lnTo>
                  <a:lnTo>
                    <a:pt x="6638305" y="3011817"/>
                  </a:lnTo>
                  <a:lnTo>
                    <a:pt x="6638305" y="2955009"/>
                  </a:lnTo>
                  <a:lnTo>
                    <a:pt x="6711018" y="2955009"/>
                  </a:lnTo>
                  <a:lnTo>
                    <a:pt x="6711018" y="3226863"/>
                  </a:lnTo>
                  <a:lnTo>
                    <a:pt x="6806842" y="3226863"/>
                  </a:lnTo>
                  <a:lnTo>
                    <a:pt x="6842353" y="3107349"/>
                  </a:lnTo>
                  <a:lnTo>
                    <a:pt x="6870536" y="3226863"/>
                  </a:lnTo>
                  <a:lnTo>
                    <a:pt x="6887446" y="3226863"/>
                  </a:lnTo>
                  <a:lnTo>
                    <a:pt x="6887446" y="2931421"/>
                  </a:lnTo>
                  <a:lnTo>
                    <a:pt x="6942122" y="2931421"/>
                  </a:lnTo>
                  <a:lnTo>
                    <a:pt x="6942122" y="2783798"/>
                  </a:lnTo>
                  <a:lnTo>
                    <a:pt x="7323724" y="2783798"/>
                  </a:lnTo>
                  <a:lnTo>
                    <a:pt x="7323724" y="3515228"/>
                  </a:lnTo>
                  <a:lnTo>
                    <a:pt x="7349089" y="3509331"/>
                  </a:lnTo>
                  <a:lnTo>
                    <a:pt x="7349089" y="3278364"/>
                  </a:lnTo>
                  <a:lnTo>
                    <a:pt x="7422366" y="2871271"/>
                  </a:lnTo>
                  <a:lnTo>
                    <a:pt x="7495642" y="3278364"/>
                  </a:lnTo>
                  <a:lnTo>
                    <a:pt x="7495642" y="3521518"/>
                  </a:lnTo>
                  <a:lnTo>
                    <a:pt x="7531153" y="3521518"/>
                  </a:lnTo>
                  <a:lnTo>
                    <a:pt x="7531153" y="3390801"/>
                  </a:lnTo>
                  <a:lnTo>
                    <a:pt x="7583011" y="3390801"/>
                  </a:lnTo>
                  <a:lnTo>
                    <a:pt x="7583011" y="3438174"/>
                  </a:lnTo>
                  <a:lnTo>
                    <a:pt x="7624159" y="3438174"/>
                  </a:lnTo>
                  <a:lnTo>
                    <a:pt x="7624159" y="3471197"/>
                  </a:lnTo>
                  <a:lnTo>
                    <a:pt x="7712654" y="3471197"/>
                  </a:lnTo>
                  <a:lnTo>
                    <a:pt x="7712654" y="3521518"/>
                  </a:lnTo>
                  <a:lnTo>
                    <a:pt x="7764512" y="3521518"/>
                  </a:lnTo>
                  <a:lnTo>
                    <a:pt x="7764512" y="3243964"/>
                  </a:lnTo>
                  <a:lnTo>
                    <a:pt x="7868790" y="3243964"/>
                  </a:lnTo>
                  <a:lnTo>
                    <a:pt x="7868790" y="2898791"/>
                  </a:lnTo>
                  <a:lnTo>
                    <a:pt x="8154569" y="2898791"/>
                  </a:lnTo>
                  <a:lnTo>
                    <a:pt x="8154569" y="2969162"/>
                  </a:lnTo>
                  <a:lnTo>
                    <a:pt x="8195153" y="2969162"/>
                  </a:lnTo>
                  <a:lnTo>
                    <a:pt x="8195153" y="3118750"/>
                  </a:lnTo>
                  <a:lnTo>
                    <a:pt x="8215445" y="3118750"/>
                  </a:lnTo>
                  <a:lnTo>
                    <a:pt x="8215445" y="3107349"/>
                  </a:lnTo>
                  <a:cubicBezTo>
                    <a:pt x="8215445" y="3107349"/>
                    <a:pt x="8234610" y="3107546"/>
                    <a:pt x="8265611" y="3107939"/>
                  </a:cubicBezTo>
                  <a:lnTo>
                    <a:pt x="8265611" y="3074523"/>
                  </a:lnTo>
                  <a:lnTo>
                    <a:pt x="8491642" y="3074523"/>
                  </a:lnTo>
                  <a:lnTo>
                    <a:pt x="8491642" y="2871271"/>
                  </a:lnTo>
                  <a:lnTo>
                    <a:pt x="8510243" y="2871271"/>
                  </a:lnTo>
                  <a:lnTo>
                    <a:pt x="8510243" y="2645218"/>
                  </a:lnTo>
                  <a:lnTo>
                    <a:pt x="8655105" y="2645218"/>
                  </a:lnTo>
                  <a:lnTo>
                    <a:pt x="8655105" y="2871271"/>
                  </a:lnTo>
                  <a:lnTo>
                    <a:pt x="8730073" y="2871271"/>
                  </a:lnTo>
                  <a:lnTo>
                    <a:pt x="8730073" y="3608598"/>
                  </a:lnTo>
                  <a:lnTo>
                    <a:pt x="8801658" y="3608598"/>
                  </a:lnTo>
                  <a:lnTo>
                    <a:pt x="8801658" y="3466873"/>
                  </a:lnTo>
                  <a:lnTo>
                    <a:pt x="8834915" y="3466873"/>
                  </a:lnTo>
                  <a:lnTo>
                    <a:pt x="8834915" y="3150791"/>
                  </a:lnTo>
                  <a:lnTo>
                    <a:pt x="8868171" y="3150791"/>
                  </a:lnTo>
                  <a:lnTo>
                    <a:pt x="8868171" y="3017125"/>
                  </a:lnTo>
                  <a:lnTo>
                    <a:pt x="8974704" y="2907636"/>
                  </a:lnTo>
                  <a:lnTo>
                    <a:pt x="9040653" y="2958940"/>
                  </a:lnTo>
                  <a:lnTo>
                    <a:pt x="9040653" y="912076"/>
                  </a:lnTo>
                  <a:lnTo>
                    <a:pt x="9218208" y="912076"/>
                  </a:lnTo>
                  <a:lnTo>
                    <a:pt x="9218208" y="888685"/>
                  </a:lnTo>
                  <a:lnTo>
                    <a:pt x="9086310" y="888685"/>
                  </a:lnTo>
                  <a:lnTo>
                    <a:pt x="9054181" y="873942"/>
                  </a:lnTo>
                  <a:lnTo>
                    <a:pt x="9051363" y="844850"/>
                  </a:lnTo>
                  <a:lnTo>
                    <a:pt x="9080673" y="825586"/>
                  </a:lnTo>
                  <a:lnTo>
                    <a:pt x="9218208" y="825586"/>
                  </a:ln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12700">
              <a:miter lim="400000"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3765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40" name="组合 39" descr="592c1f24-c575-4510-8018-1ca480d67ff9">
              <a:extLst>
                <a:ext uri="{FF2B5EF4-FFF2-40B4-BE49-F238E27FC236}">
                  <a16:creationId xmlns:a16="http://schemas.microsoft.com/office/drawing/2014/main" id="{C59654B0-4DF7-3D93-2B0A-1009C275521F}"/>
                </a:ext>
              </a:extLst>
            </p:cNvPr>
            <p:cNvGrpSpPr/>
            <p:nvPr/>
          </p:nvGrpSpPr>
          <p:grpSpPr>
            <a:xfrm>
              <a:off x="4716299" y="3733042"/>
              <a:ext cx="4503076" cy="1602568"/>
              <a:chOff x="4716299" y="3733042"/>
              <a:chExt cx="4503076" cy="1602568"/>
            </a:xfrm>
          </p:grpSpPr>
          <p:sp>
            <p:nvSpPr>
              <p:cNvPr id="23" name="îsliďe" descr="97b3838d-353e-4263-8497-f71e5a6c5888">
                <a:extLst>
                  <a:ext uri="{FF2B5EF4-FFF2-40B4-BE49-F238E27FC236}">
                    <a16:creationId xmlns:a16="http://schemas.microsoft.com/office/drawing/2014/main" id="{50F40CE2-753D-4AA3-85DD-8146D94EDA06}"/>
                  </a:ext>
                </a:extLst>
              </p:cNvPr>
              <p:cNvSpPr/>
              <p:nvPr/>
            </p:nvSpPr>
            <p:spPr>
              <a:xfrm>
                <a:off x="4716299" y="3739759"/>
                <a:ext cx="4495628" cy="159585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304" extrusionOk="0">
                    <a:moveTo>
                      <a:pt x="10802" y="0"/>
                    </a:moveTo>
                    <a:lnTo>
                      <a:pt x="10689" y="9861"/>
                    </a:lnTo>
                    <a:cubicBezTo>
                      <a:pt x="9790" y="10031"/>
                      <a:pt x="9078" y="12108"/>
                      <a:pt x="9078" y="14651"/>
                    </a:cubicBezTo>
                    <a:cubicBezTo>
                      <a:pt x="9078" y="15072"/>
                      <a:pt x="9100" y="15476"/>
                      <a:pt x="9136" y="15865"/>
                    </a:cubicBezTo>
                    <a:lnTo>
                      <a:pt x="0" y="13541"/>
                    </a:lnTo>
                    <a:cubicBezTo>
                      <a:pt x="0" y="13541"/>
                      <a:pt x="2840" y="14774"/>
                      <a:pt x="5036" y="15763"/>
                    </a:cubicBezTo>
                    <a:lnTo>
                      <a:pt x="5036" y="15921"/>
                    </a:lnTo>
                    <a:cubicBezTo>
                      <a:pt x="5036" y="16055"/>
                      <a:pt x="5075" y="16164"/>
                      <a:pt x="5124" y="16164"/>
                    </a:cubicBezTo>
                    <a:cubicBezTo>
                      <a:pt x="5172" y="16164"/>
                      <a:pt x="5211" y="16055"/>
                      <a:pt x="5211" y="15921"/>
                    </a:cubicBezTo>
                    <a:cubicBezTo>
                      <a:pt x="5211" y="15921"/>
                      <a:pt x="5211" y="15878"/>
                      <a:pt x="5211" y="15843"/>
                    </a:cubicBezTo>
                    <a:cubicBezTo>
                      <a:pt x="5738" y="16081"/>
                      <a:pt x="6271" y="16322"/>
                      <a:pt x="6652" y="16502"/>
                    </a:cubicBezTo>
                    <a:cubicBezTo>
                      <a:pt x="6738" y="16542"/>
                      <a:pt x="6816" y="16585"/>
                      <a:pt x="6899" y="16627"/>
                    </a:cubicBezTo>
                    <a:lnTo>
                      <a:pt x="6899" y="16850"/>
                    </a:lnTo>
                    <a:cubicBezTo>
                      <a:pt x="6899" y="17044"/>
                      <a:pt x="6956" y="17202"/>
                      <a:pt x="7026" y="17202"/>
                    </a:cubicBezTo>
                    <a:cubicBezTo>
                      <a:pt x="7096" y="17202"/>
                      <a:pt x="7152" y="17044"/>
                      <a:pt x="7152" y="16850"/>
                    </a:cubicBezTo>
                    <a:cubicBezTo>
                      <a:pt x="7152" y="16850"/>
                      <a:pt x="7152" y="16794"/>
                      <a:pt x="7152" y="16755"/>
                    </a:cubicBezTo>
                    <a:cubicBezTo>
                      <a:pt x="7218" y="16789"/>
                      <a:pt x="7289" y="16823"/>
                      <a:pt x="7353" y="16858"/>
                    </a:cubicBezTo>
                    <a:cubicBezTo>
                      <a:pt x="7052" y="17207"/>
                      <a:pt x="6840" y="18032"/>
                      <a:pt x="6840" y="18991"/>
                    </a:cubicBezTo>
                    <a:cubicBezTo>
                      <a:pt x="6840" y="20265"/>
                      <a:pt x="7214" y="21303"/>
                      <a:pt x="7672" y="21303"/>
                    </a:cubicBezTo>
                    <a:cubicBezTo>
                      <a:pt x="8130" y="21303"/>
                      <a:pt x="8504" y="20265"/>
                      <a:pt x="8504" y="18991"/>
                    </a:cubicBezTo>
                    <a:cubicBezTo>
                      <a:pt x="8504" y="18376"/>
                      <a:pt x="8415" y="17819"/>
                      <a:pt x="8273" y="17404"/>
                    </a:cubicBezTo>
                    <a:cubicBezTo>
                      <a:pt x="8344" y="17450"/>
                      <a:pt x="8418" y="17495"/>
                      <a:pt x="8486" y="17539"/>
                    </a:cubicBezTo>
                    <a:lnTo>
                      <a:pt x="8486" y="17803"/>
                    </a:lnTo>
                    <a:cubicBezTo>
                      <a:pt x="8486" y="18069"/>
                      <a:pt x="8563" y="18285"/>
                      <a:pt x="8659" y="18285"/>
                    </a:cubicBezTo>
                    <a:cubicBezTo>
                      <a:pt x="8755" y="18285"/>
                      <a:pt x="8833" y="18069"/>
                      <a:pt x="8833" y="17803"/>
                    </a:cubicBezTo>
                    <a:cubicBezTo>
                      <a:pt x="8833" y="17803"/>
                      <a:pt x="8833" y="17779"/>
                      <a:pt x="8833" y="17776"/>
                    </a:cubicBezTo>
                    <a:cubicBezTo>
                      <a:pt x="9241" y="18061"/>
                      <a:pt x="9566" y="18313"/>
                      <a:pt x="9765" y="18478"/>
                    </a:cubicBezTo>
                    <a:cubicBezTo>
                      <a:pt x="10055" y="19089"/>
                      <a:pt x="10416" y="19457"/>
                      <a:pt x="10808" y="19457"/>
                    </a:cubicBezTo>
                    <a:cubicBezTo>
                      <a:pt x="11203" y="19457"/>
                      <a:pt x="11566" y="19084"/>
                      <a:pt x="11857" y="18465"/>
                    </a:cubicBezTo>
                    <a:cubicBezTo>
                      <a:pt x="12098" y="18266"/>
                      <a:pt x="12499" y="17952"/>
                      <a:pt x="13026" y="17599"/>
                    </a:cubicBezTo>
                    <a:cubicBezTo>
                      <a:pt x="13026" y="17700"/>
                      <a:pt x="13026" y="17803"/>
                      <a:pt x="13026" y="17803"/>
                    </a:cubicBezTo>
                    <a:cubicBezTo>
                      <a:pt x="13026" y="18069"/>
                      <a:pt x="13103" y="18285"/>
                      <a:pt x="13199" y="18285"/>
                    </a:cubicBezTo>
                    <a:cubicBezTo>
                      <a:pt x="13295" y="18285"/>
                      <a:pt x="13373" y="18069"/>
                      <a:pt x="13373" y="17803"/>
                    </a:cubicBezTo>
                    <a:lnTo>
                      <a:pt x="13373" y="17377"/>
                    </a:lnTo>
                    <a:cubicBezTo>
                      <a:pt x="13466" y="17318"/>
                      <a:pt x="13555" y="17261"/>
                      <a:pt x="13653" y="17202"/>
                    </a:cubicBezTo>
                    <a:cubicBezTo>
                      <a:pt x="13539" y="17457"/>
                      <a:pt x="13447" y="17792"/>
                      <a:pt x="13393" y="18200"/>
                    </a:cubicBezTo>
                    <a:cubicBezTo>
                      <a:pt x="13236" y="19396"/>
                      <a:pt x="13459" y="20727"/>
                      <a:pt x="13890" y="21164"/>
                    </a:cubicBezTo>
                    <a:cubicBezTo>
                      <a:pt x="14320" y="21600"/>
                      <a:pt x="14799" y="20981"/>
                      <a:pt x="14956" y="19784"/>
                    </a:cubicBezTo>
                    <a:cubicBezTo>
                      <a:pt x="15113" y="18588"/>
                      <a:pt x="14890" y="17257"/>
                      <a:pt x="14460" y="16821"/>
                    </a:cubicBezTo>
                    <a:cubicBezTo>
                      <a:pt x="14443" y="16804"/>
                      <a:pt x="14427" y="16791"/>
                      <a:pt x="14411" y="16778"/>
                    </a:cubicBezTo>
                    <a:cubicBezTo>
                      <a:pt x="14508" y="16726"/>
                      <a:pt x="14609" y="16676"/>
                      <a:pt x="14711" y="16626"/>
                    </a:cubicBezTo>
                    <a:cubicBezTo>
                      <a:pt x="14711" y="16725"/>
                      <a:pt x="14711" y="16850"/>
                      <a:pt x="14711" y="16850"/>
                    </a:cubicBezTo>
                    <a:cubicBezTo>
                      <a:pt x="14711" y="17044"/>
                      <a:pt x="14767" y="17202"/>
                      <a:pt x="14837" y="17202"/>
                    </a:cubicBezTo>
                    <a:cubicBezTo>
                      <a:pt x="14907" y="17202"/>
                      <a:pt x="14963" y="17044"/>
                      <a:pt x="14963" y="16850"/>
                    </a:cubicBezTo>
                    <a:lnTo>
                      <a:pt x="14963" y="16514"/>
                    </a:lnTo>
                    <a:lnTo>
                      <a:pt x="14929" y="16514"/>
                    </a:lnTo>
                    <a:cubicBezTo>
                      <a:pt x="14937" y="16510"/>
                      <a:pt x="14945" y="16506"/>
                      <a:pt x="14954" y="16502"/>
                    </a:cubicBezTo>
                    <a:cubicBezTo>
                      <a:pt x="15398" y="16292"/>
                      <a:pt x="16003" y="16018"/>
                      <a:pt x="16634" y="15734"/>
                    </a:cubicBezTo>
                    <a:cubicBezTo>
                      <a:pt x="16634" y="15793"/>
                      <a:pt x="16634" y="15921"/>
                      <a:pt x="16634" y="15921"/>
                    </a:cubicBezTo>
                    <a:cubicBezTo>
                      <a:pt x="16634" y="16055"/>
                      <a:pt x="16673" y="16164"/>
                      <a:pt x="16721" y="16164"/>
                    </a:cubicBezTo>
                    <a:cubicBezTo>
                      <a:pt x="16770" y="16164"/>
                      <a:pt x="16809" y="16055"/>
                      <a:pt x="16809" y="15921"/>
                    </a:cubicBezTo>
                    <a:lnTo>
                      <a:pt x="16809" y="15689"/>
                    </a:lnTo>
                    <a:lnTo>
                      <a:pt x="16733" y="15689"/>
                    </a:lnTo>
                    <a:cubicBezTo>
                      <a:pt x="18899" y="14716"/>
                      <a:pt x="21592" y="13546"/>
                      <a:pt x="21600" y="13542"/>
                    </a:cubicBezTo>
                    <a:lnTo>
                      <a:pt x="12480" y="15862"/>
                    </a:lnTo>
                    <a:cubicBezTo>
                      <a:pt x="12516" y="15475"/>
                      <a:pt x="12538" y="15071"/>
                      <a:pt x="12538" y="14651"/>
                    </a:cubicBezTo>
                    <a:cubicBezTo>
                      <a:pt x="12538" y="12097"/>
                      <a:pt x="11820" y="10014"/>
                      <a:pt x="10915" y="9859"/>
                    </a:cubicBezTo>
                    <a:lnTo>
                      <a:pt x="10802" y="0"/>
                    </a:lnTo>
                    <a:close/>
                  </a:path>
                </a:pathLst>
              </a:custGeom>
              <a:solidFill>
                <a:schemeClr val="tx2">
                  <a:alpha val="10000"/>
                </a:schemeClr>
              </a:solidFill>
              <a:ln w="6350"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6" name="ïšḷiḋé" descr="d6a8bb42-b75e-46db-b5db-9570b9dc9727">
                <a:extLst>
                  <a:ext uri="{FF2B5EF4-FFF2-40B4-BE49-F238E27FC236}">
                    <a16:creationId xmlns:a16="http://schemas.microsoft.com/office/drawing/2014/main" id="{8C266592-5C7E-4EBB-A5BC-876E3E351CB4}"/>
                  </a:ext>
                </a:extLst>
              </p:cNvPr>
              <p:cNvSpPr/>
              <p:nvPr/>
            </p:nvSpPr>
            <p:spPr>
              <a:xfrm>
                <a:off x="7136399" y="4761116"/>
                <a:ext cx="2082976" cy="38539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0"/>
                    </a:moveTo>
                    <a:cubicBezTo>
                      <a:pt x="21600" y="0"/>
                      <a:pt x="1007" y="12001"/>
                      <a:pt x="220" y="13091"/>
                    </a:cubicBezTo>
                    <a:cubicBezTo>
                      <a:pt x="220" y="13091"/>
                      <a:pt x="0" y="21600"/>
                      <a:pt x="0" y="21600"/>
                    </a:cubicBezTo>
                    <a:cubicBezTo>
                      <a:pt x="0" y="21600"/>
                      <a:pt x="1161" y="19547"/>
                      <a:pt x="3080" y="17048"/>
                    </a:cubicBezTo>
                    <a:cubicBezTo>
                      <a:pt x="3080" y="17464"/>
                      <a:pt x="3080" y="17894"/>
                      <a:pt x="3080" y="17894"/>
                    </a:cubicBezTo>
                    <a:cubicBezTo>
                      <a:pt x="3080" y="19014"/>
                      <a:pt x="3249" y="19924"/>
                      <a:pt x="3456" y="19924"/>
                    </a:cubicBezTo>
                    <a:cubicBezTo>
                      <a:pt x="3663" y="19924"/>
                      <a:pt x="3831" y="19014"/>
                      <a:pt x="3831" y="17894"/>
                    </a:cubicBezTo>
                    <a:lnTo>
                      <a:pt x="3831" y="16115"/>
                    </a:lnTo>
                    <a:cubicBezTo>
                      <a:pt x="4687" y="15062"/>
                      <a:pt x="5654" y="13981"/>
                      <a:pt x="6718" y="12953"/>
                    </a:cubicBezTo>
                    <a:cubicBezTo>
                      <a:pt x="6718" y="13370"/>
                      <a:pt x="6718" y="13896"/>
                      <a:pt x="6718" y="13896"/>
                    </a:cubicBezTo>
                    <a:cubicBezTo>
                      <a:pt x="6718" y="14710"/>
                      <a:pt x="6840" y="15372"/>
                      <a:pt x="6990" y="15372"/>
                    </a:cubicBezTo>
                    <a:cubicBezTo>
                      <a:pt x="7141" y="15372"/>
                      <a:pt x="7264" y="14710"/>
                      <a:pt x="7264" y="13896"/>
                    </a:cubicBezTo>
                    <a:lnTo>
                      <a:pt x="7264" y="12491"/>
                    </a:lnTo>
                    <a:lnTo>
                      <a:pt x="7185" y="12491"/>
                    </a:lnTo>
                    <a:cubicBezTo>
                      <a:pt x="7205" y="12473"/>
                      <a:pt x="7222" y="12453"/>
                      <a:pt x="7242" y="12435"/>
                    </a:cubicBezTo>
                    <a:cubicBezTo>
                      <a:pt x="8200" y="11556"/>
                      <a:pt x="9507" y="10402"/>
                      <a:pt x="10868" y="9211"/>
                    </a:cubicBezTo>
                    <a:cubicBezTo>
                      <a:pt x="10868" y="9457"/>
                      <a:pt x="10868" y="9995"/>
                      <a:pt x="10868" y="9995"/>
                    </a:cubicBezTo>
                    <a:cubicBezTo>
                      <a:pt x="10868" y="10559"/>
                      <a:pt x="10953" y="11015"/>
                      <a:pt x="11057" y="11015"/>
                    </a:cubicBezTo>
                    <a:cubicBezTo>
                      <a:pt x="11161" y="11015"/>
                      <a:pt x="11247" y="10559"/>
                      <a:pt x="11247" y="9995"/>
                    </a:cubicBezTo>
                    <a:lnTo>
                      <a:pt x="11247" y="9021"/>
                    </a:lnTo>
                    <a:lnTo>
                      <a:pt x="11085" y="9021"/>
                    </a:lnTo>
                    <a:cubicBezTo>
                      <a:pt x="15766" y="4930"/>
                      <a:pt x="21600" y="0"/>
                      <a:pt x="21600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7" name="ïṩľîḍé" descr="24d31af3-5c31-46cc-a705-d29ff0f11028">
                <a:extLst>
                  <a:ext uri="{FF2B5EF4-FFF2-40B4-BE49-F238E27FC236}">
                    <a16:creationId xmlns:a16="http://schemas.microsoft.com/office/drawing/2014/main" id="{5510C801-A9DB-4A4F-A80F-7F396E62B0A8}"/>
                  </a:ext>
                </a:extLst>
              </p:cNvPr>
              <p:cNvSpPr/>
              <p:nvPr/>
            </p:nvSpPr>
            <p:spPr>
              <a:xfrm>
                <a:off x="7532516" y="5029350"/>
                <a:ext cx="280060" cy="28006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8" name="i$ḻídé" descr="b22ec806-d671-4002-ba51-602d4d2da11d">
                <a:extLst>
                  <a:ext uri="{FF2B5EF4-FFF2-40B4-BE49-F238E27FC236}">
                    <a16:creationId xmlns:a16="http://schemas.microsoft.com/office/drawing/2014/main" id="{C9612111-2642-4E8B-A0C0-467D81C1C64E}"/>
                  </a:ext>
                </a:extLst>
              </p:cNvPr>
              <p:cNvSpPr/>
              <p:nvPr/>
            </p:nvSpPr>
            <p:spPr>
              <a:xfrm>
                <a:off x="4719263" y="4750557"/>
                <a:ext cx="2082885" cy="38539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0" y="0"/>
                      <a:pt x="6128" y="5181"/>
                      <a:pt x="10869" y="9334"/>
                    </a:cubicBezTo>
                    <a:lnTo>
                      <a:pt x="10869" y="9995"/>
                    </a:lnTo>
                    <a:cubicBezTo>
                      <a:pt x="10869" y="10559"/>
                      <a:pt x="10953" y="11015"/>
                      <a:pt x="11057" y="11015"/>
                    </a:cubicBezTo>
                    <a:cubicBezTo>
                      <a:pt x="11162" y="11015"/>
                      <a:pt x="11246" y="10559"/>
                      <a:pt x="11246" y="9995"/>
                    </a:cubicBezTo>
                    <a:cubicBezTo>
                      <a:pt x="11246" y="9995"/>
                      <a:pt x="11246" y="9816"/>
                      <a:pt x="11246" y="9672"/>
                    </a:cubicBezTo>
                    <a:cubicBezTo>
                      <a:pt x="12384" y="10672"/>
                      <a:pt x="13535" y="11681"/>
                      <a:pt x="14358" y="12435"/>
                    </a:cubicBezTo>
                    <a:cubicBezTo>
                      <a:pt x="14543" y="12605"/>
                      <a:pt x="14711" y="12789"/>
                      <a:pt x="14891" y="12963"/>
                    </a:cubicBezTo>
                    <a:lnTo>
                      <a:pt x="14891" y="13896"/>
                    </a:lnTo>
                    <a:cubicBezTo>
                      <a:pt x="14891" y="14710"/>
                      <a:pt x="15013" y="15372"/>
                      <a:pt x="15164" y="15372"/>
                    </a:cubicBezTo>
                    <a:cubicBezTo>
                      <a:pt x="15315" y="15372"/>
                      <a:pt x="15436" y="14710"/>
                      <a:pt x="15436" y="13896"/>
                    </a:cubicBezTo>
                    <a:cubicBezTo>
                      <a:pt x="15436" y="13896"/>
                      <a:pt x="15436" y="13661"/>
                      <a:pt x="15436" y="13501"/>
                    </a:cubicBezTo>
                    <a:cubicBezTo>
                      <a:pt x="16508" y="14591"/>
                      <a:pt x="17479" y="15721"/>
                      <a:pt x="18314" y="16792"/>
                    </a:cubicBezTo>
                    <a:lnTo>
                      <a:pt x="18314" y="17894"/>
                    </a:lnTo>
                    <a:cubicBezTo>
                      <a:pt x="18314" y="19014"/>
                      <a:pt x="18482" y="19924"/>
                      <a:pt x="18689" y="19924"/>
                    </a:cubicBezTo>
                    <a:cubicBezTo>
                      <a:pt x="18897" y="19924"/>
                      <a:pt x="19064" y="19014"/>
                      <a:pt x="19064" y="17894"/>
                    </a:cubicBezTo>
                    <a:cubicBezTo>
                      <a:pt x="19064" y="17894"/>
                      <a:pt x="19064" y="17798"/>
                      <a:pt x="19064" y="17786"/>
                    </a:cubicBezTo>
                    <a:cubicBezTo>
                      <a:pt x="20642" y="19932"/>
                      <a:pt x="21600" y="21600"/>
                      <a:pt x="21600" y="21600"/>
                    </a:cubicBezTo>
                    <a:cubicBezTo>
                      <a:pt x="21600" y="21600"/>
                      <a:pt x="21380" y="13091"/>
                      <a:pt x="21380" y="13091"/>
                    </a:cubicBezTo>
                    <a:cubicBezTo>
                      <a:pt x="20593" y="12001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29" name="í$ļïde" descr="207601d6-ac80-434c-8c57-b442956002b6">
                <a:extLst>
                  <a:ext uri="{FF2B5EF4-FFF2-40B4-BE49-F238E27FC236}">
                    <a16:creationId xmlns:a16="http://schemas.microsoft.com/office/drawing/2014/main" id="{DB686579-9DF3-4017-AE00-D509F2541FD2}"/>
                  </a:ext>
                </a:extLst>
              </p:cNvPr>
              <p:cNvSpPr/>
              <p:nvPr/>
            </p:nvSpPr>
            <p:spPr>
              <a:xfrm>
                <a:off x="6175818" y="5018791"/>
                <a:ext cx="280062" cy="28006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4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4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4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8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0" name="íŝḷïḍê" descr="84a09375-0aa5-43a3-a4e8-ec40ca682af3">
                <a:extLst>
                  <a:ext uri="{FF2B5EF4-FFF2-40B4-BE49-F238E27FC236}">
                    <a16:creationId xmlns:a16="http://schemas.microsoft.com/office/drawing/2014/main" id="{E8164B60-B8E1-434C-AFC8-34D0039E5916}"/>
                  </a:ext>
                </a:extLst>
              </p:cNvPr>
              <p:cNvSpPr/>
              <p:nvPr/>
            </p:nvSpPr>
            <p:spPr>
              <a:xfrm>
                <a:off x="6945266" y="3733042"/>
                <a:ext cx="48313" cy="75774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10803" y="0"/>
                    </a:lnTo>
                    <a:lnTo>
                      <a:pt x="21600" y="21600"/>
                    </a:lnTo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1" name="îṩľîde" descr="269935a3-4c1c-49cd-9a69-063fc859fbb4">
                <a:extLst>
                  <a:ext uri="{FF2B5EF4-FFF2-40B4-BE49-F238E27FC236}">
                    <a16:creationId xmlns:a16="http://schemas.microsoft.com/office/drawing/2014/main" id="{A855466A-75A0-420D-BE8C-5701033760C7}"/>
                  </a:ext>
                </a:extLst>
              </p:cNvPr>
              <p:cNvSpPr/>
              <p:nvPr/>
            </p:nvSpPr>
            <p:spPr>
              <a:xfrm>
                <a:off x="6986529" y="4656618"/>
                <a:ext cx="152488" cy="75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21600"/>
                    </a:moveTo>
                    <a:lnTo>
                      <a:pt x="0" y="21600"/>
                    </a:lnTo>
                    <a:lnTo>
                      <a:pt x="0" y="0"/>
                    </a:lnTo>
                    <a:lnTo>
                      <a:pt x="17227" y="0"/>
                    </a:lnTo>
                    <a:cubicBezTo>
                      <a:pt x="17227" y="0"/>
                      <a:pt x="21600" y="21600"/>
                      <a:pt x="21600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2" name="íś1íḓê" descr="72901d69-5e1c-4ca6-a930-e5e7cc788682">
                <a:extLst>
                  <a:ext uri="{FF2B5EF4-FFF2-40B4-BE49-F238E27FC236}">
                    <a16:creationId xmlns:a16="http://schemas.microsoft.com/office/drawing/2014/main" id="{31E32166-6AC9-41C9-9596-C63B652E58C8}"/>
                  </a:ext>
                </a:extLst>
              </p:cNvPr>
              <p:cNvSpPr/>
              <p:nvPr/>
            </p:nvSpPr>
            <p:spPr>
              <a:xfrm>
                <a:off x="7135075" y="4656618"/>
                <a:ext cx="102843" cy="89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2313" y="0"/>
                    </a:moveTo>
                    <a:lnTo>
                      <a:pt x="0" y="0"/>
                    </a:lnTo>
                    <a:lnTo>
                      <a:pt x="9287" y="21600"/>
                    </a:lnTo>
                    <a:lnTo>
                      <a:pt x="21600" y="21600"/>
                    </a:lnTo>
                    <a:cubicBezTo>
                      <a:pt x="21600" y="21600"/>
                      <a:pt x="12313" y="0"/>
                      <a:pt x="12313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3" name="išlîḑe" descr="2176eae9-b96e-4572-b0c6-b9f9a2e88198">
                <a:extLst>
                  <a:ext uri="{FF2B5EF4-FFF2-40B4-BE49-F238E27FC236}">
                    <a16:creationId xmlns:a16="http://schemas.microsoft.com/office/drawing/2014/main" id="{A1B75121-CC41-4E52-8B4D-38EC0DCE9580}"/>
                  </a:ext>
                </a:extLst>
              </p:cNvPr>
              <p:cNvSpPr/>
              <p:nvPr/>
            </p:nvSpPr>
            <p:spPr>
              <a:xfrm>
                <a:off x="6701814" y="4656618"/>
                <a:ext cx="102843" cy="89094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9286" y="0"/>
                    </a:moveTo>
                    <a:lnTo>
                      <a:pt x="21600" y="0"/>
                    </a:lnTo>
                    <a:lnTo>
                      <a:pt x="12314" y="21600"/>
                    </a:lnTo>
                    <a:lnTo>
                      <a:pt x="0" y="21600"/>
                    </a:lnTo>
                    <a:cubicBezTo>
                      <a:pt x="0" y="21600"/>
                      <a:pt x="9286" y="0"/>
                      <a:pt x="9286" y="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4" name="îṡḻíḍê" descr="c44b1dfe-6197-421e-867d-673d74a74c29">
                <a:extLst>
                  <a:ext uri="{FF2B5EF4-FFF2-40B4-BE49-F238E27FC236}">
                    <a16:creationId xmlns:a16="http://schemas.microsoft.com/office/drawing/2014/main" id="{50F40AF0-9517-4BF0-B2C2-A359F7C2D697}"/>
                  </a:ext>
                </a:extLst>
              </p:cNvPr>
              <p:cNvSpPr/>
              <p:nvPr/>
            </p:nvSpPr>
            <p:spPr>
              <a:xfrm>
                <a:off x="6813225" y="4656618"/>
                <a:ext cx="152486" cy="7575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21600" y="0"/>
                    </a:lnTo>
                    <a:lnTo>
                      <a:pt x="4371" y="0"/>
                    </a:lnTo>
                    <a:cubicBezTo>
                      <a:pt x="4371" y="0"/>
                      <a:pt x="0" y="21600"/>
                      <a:pt x="0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250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35" name="iŝ1ídé" descr="18866bfc-b556-418b-bfa5-cceb536e8bcf">
                <a:extLst>
                  <a:ext uri="{FF2B5EF4-FFF2-40B4-BE49-F238E27FC236}">
                    <a16:creationId xmlns:a16="http://schemas.microsoft.com/office/drawing/2014/main" id="{EB61D691-2486-4837-BBD8-177E914F26C8}"/>
                  </a:ext>
                </a:extLst>
              </p:cNvPr>
              <p:cNvSpPr/>
              <p:nvPr/>
            </p:nvSpPr>
            <p:spPr>
              <a:xfrm>
                <a:off x="6812798" y="4811103"/>
                <a:ext cx="315715" cy="31572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805" y="21600"/>
                    </a:moveTo>
                    <a:cubicBezTo>
                      <a:pt x="16746" y="21600"/>
                      <a:pt x="21600" y="16744"/>
                      <a:pt x="21600" y="10798"/>
                    </a:cubicBezTo>
                    <a:cubicBezTo>
                      <a:pt x="21600" y="4853"/>
                      <a:pt x="16746" y="0"/>
                      <a:pt x="10805" y="0"/>
                    </a:cubicBezTo>
                    <a:cubicBezTo>
                      <a:pt x="4854" y="0"/>
                      <a:pt x="0" y="4853"/>
                      <a:pt x="0" y="10798"/>
                    </a:cubicBezTo>
                    <a:cubicBezTo>
                      <a:pt x="0" y="16744"/>
                      <a:pt x="4854" y="21600"/>
                      <a:pt x="10805" y="21600"/>
                    </a:cubicBezTo>
                    <a:close/>
                  </a:path>
                </a:pathLst>
              </a:custGeom>
              <a:solidFill>
                <a:schemeClr val="tx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40" tIns="45720" rIns="91440" bIns="45720" anchor="ctr" anchorCtr="0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3765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cxnSp>
          <p:nvCxnSpPr>
            <p:cNvPr id="6" name="ïsḷídé" descr="6db4e083-c771-49f7-a2ea-fe4e030db6dd">
              <a:extLst>
                <a:ext uri="{FF2B5EF4-FFF2-40B4-BE49-F238E27FC236}">
                  <a16:creationId xmlns:a16="http://schemas.microsoft.com/office/drawing/2014/main" id="{65F996E6-0CF5-469A-A4C4-1EE1A58414A4}"/>
                </a:ext>
              </a:extLst>
            </p:cNvPr>
            <p:cNvCxnSpPr/>
            <p:nvPr/>
          </p:nvCxnSpPr>
          <p:spPr>
            <a:xfrm>
              <a:off x="6958784" y="1275155"/>
              <a:ext cx="0" cy="2364338"/>
            </a:xfrm>
            <a:prstGeom prst="line">
              <a:avLst/>
            </a:prstGeom>
            <a:ln w="12700" cap="rnd">
              <a:solidFill>
                <a:schemeClr val="tx2">
                  <a:alpha val="50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组合 35" descr="fd218b6c-16ce-4ec2-bd54-6cc8ac069086">
              <a:extLst>
                <a:ext uri="{FF2B5EF4-FFF2-40B4-BE49-F238E27FC236}">
                  <a16:creationId xmlns:a16="http://schemas.microsoft.com/office/drawing/2014/main" id="{D4B852BD-CCB0-5CCC-C1FD-B1DA2B595B97}"/>
                </a:ext>
              </a:extLst>
            </p:cNvPr>
            <p:cNvGrpSpPr/>
            <p:nvPr/>
          </p:nvGrpSpPr>
          <p:grpSpPr>
            <a:xfrm>
              <a:off x="660400" y="1363844"/>
              <a:ext cx="6041414" cy="1459394"/>
              <a:chOff x="660400" y="1300344"/>
              <a:chExt cx="6041414" cy="1459394"/>
            </a:xfrm>
          </p:grpSpPr>
          <p:sp>
            <p:nvSpPr>
              <p:cNvPr id="19" name="Bullet1" descr="791f3d80-6fb5-4715-a660-da1156b9038e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1328820" y="1300344"/>
                <a:ext cx="5372994" cy="4252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 dirty="0" err="1">
                    <a:solidFill>
                      <a:srgbClr val="2F2F2F"/>
                    </a:solidFill>
                    <a:ea typeface="微软雅黑"/>
                  </a:rPr>
                  <a:t>商务需求特点</a:t>
                </a:r>
                <a:endParaRPr lang="en-US" sz="1800" b="1" i="0" u="non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20" name="Text1" descr="ef2fe8b3-1502-4602-a8c5-dd6ddd7c1c42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1328820" y="1859991"/>
                <a:ext cx="5372994" cy="899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2F2F2F"/>
                    </a:solidFill>
                    <a:ea typeface="微软雅黑"/>
                  </a:rPr>
                  <a:t>商务出行通常对价格不敏感，更看重出行的便捷性，希望能高效抵达目的地</a:t>
                </a:r>
                <a:r>
                  <a:rPr lang="en-US" sz="1200" b="0" i="0" u="none" dirty="0">
                    <a:solidFill>
                      <a:srgbClr val="2F2F2F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7" name="IconBackground1" descr="a83907d8-ac9a-49ad-9d56-b8ec37a36012">
                <a:extLst>
                  <a:ext uri="{FF2B5EF4-FFF2-40B4-BE49-F238E27FC236}">
                    <a16:creationId xmlns:a16="http://schemas.microsoft.com/office/drawing/2014/main" id="{83A89BCD-19ED-409E-AC75-144559CFB898}"/>
                  </a:ext>
                </a:extLst>
              </p:cNvPr>
              <p:cNvSpPr/>
              <p:nvPr/>
            </p:nvSpPr>
            <p:spPr>
              <a:xfrm>
                <a:off x="660400" y="1636873"/>
                <a:ext cx="560428" cy="560428"/>
              </a:xfrm>
              <a:prstGeom prst="ellipse">
                <a:avLst/>
              </a:prstGeom>
              <a:solidFill>
                <a:schemeClr val="accent1"/>
              </a:solidFill>
              <a:ln w="381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8" name="Icon1" descr="b70f3e18-6c2a-409f-bf67-306c822da4cf">
                <a:extLst>
                  <a:ext uri="{FF2B5EF4-FFF2-40B4-BE49-F238E27FC236}">
                    <a16:creationId xmlns:a16="http://schemas.microsoft.com/office/drawing/2014/main" id="{EE62BDFC-0130-4C07-BE00-FB90147DB36A}"/>
                  </a:ext>
                </a:extLst>
              </p:cNvPr>
              <p:cNvSpPr/>
              <p:nvPr/>
            </p:nvSpPr>
            <p:spPr>
              <a:xfrm>
                <a:off x="800697" y="1780102"/>
                <a:ext cx="279834" cy="27396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grpSp>
          <p:nvGrpSpPr>
            <p:cNvPr id="37" name="组合 36" descr="5842785f-df99-408d-9a5f-5983f44edecc">
              <a:extLst>
                <a:ext uri="{FF2B5EF4-FFF2-40B4-BE49-F238E27FC236}">
                  <a16:creationId xmlns:a16="http://schemas.microsoft.com/office/drawing/2014/main" id="{1524427E-9E2A-3AE0-BAD1-B31A5A5BDCF7}"/>
                </a:ext>
              </a:extLst>
            </p:cNvPr>
            <p:cNvGrpSpPr/>
            <p:nvPr/>
          </p:nvGrpSpPr>
          <p:grpSpPr>
            <a:xfrm>
              <a:off x="660400" y="2979366"/>
              <a:ext cx="6041414" cy="1324995"/>
              <a:chOff x="660400" y="3042866"/>
              <a:chExt cx="6041414" cy="1324995"/>
            </a:xfrm>
          </p:grpSpPr>
          <p:sp>
            <p:nvSpPr>
              <p:cNvPr id="13" name="Bullet2" descr="34315a08-b920-43d7-be64-4be4c6710fc7">
                <a:extLst>
                  <a:ext uri="{FF2B5EF4-FFF2-40B4-BE49-F238E27FC236}">
                    <a16:creationId xmlns:a16="http://schemas.microsoft.com/office/drawing/2014/main" id="{921D2456-A6A6-43F5-AD86-0A010D24A2F0}"/>
                  </a:ext>
                </a:extLst>
              </p:cNvPr>
              <p:cNvSpPr txBox="1"/>
              <p:nvPr/>
            </p:nvSpPr>
            <p:spPr>
              <a:xfrm>
                <a:off x="1328820" y="3042866"/>
                <a:ext cx="5372994" cy="42524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b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/>
                <a:r>
                  <a:rPr lang="en-US" sz="1800" b="1" i="0" u="none" dirty="0" err="1">
                    <a:solidFill>
                      <a:srgbClr val="2F2F2F"/>
                    </a:solidFill>
                    <a:ea typeface="微软雅黑"/>
                  </a:rPr>
                  <a:t>旅行需求特点</a:t>
                </a:r>
                <a:endParaRPr lang="en-US" sz="1800" b="1" i="0" u="non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14" name="Text2" descr="c077e2b1-e25f-4f2b-b5dd-6d39e229d590">
                <a:extLst>
                  <a:ext uri="{FF2B5EF4-FFF2-40B4-BE49-F238E27FC236}">
                    <a16:creationId xmlns:a16="http://schemas.microsoft.com/office/drawing/2014/main" id="{F8E07573-A8E5-42F7-B445-E2E8E3B47ABD}"/>
                  </a:ext>
                </a:extLst>
              </p:cNvPr>
              <p:cNvSpPr/>
              <p:nvPr/>
            </p:nvSpPr>
            <p:spPr bwMode="auto">
              <a:xfrm>
                <a:off x="1328820" y="3468114"/>
                <a:ext cx="5372994" cy="8997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en-US" sz="1200" b="0" i="0" u="none" dirty="0" err="1">
                    <a:solidFill>
                      <a:srgbClr val="2F2F2F"/>
                    </a:solidFill>
                    <a:ea typeface="微软雅黑"/>
                  </a:rPr>
                  <a:t>旅行出行对延误时间和价格较为敏感，会综合考虑航班时间和费用</a:t>
                </a:r>
                <a:r>
                  <a:rPr lang="en-US" sz="1200" b="0" i="0" u="none" dirty="0">
                    <a:solidFill>
                      <a:srgbClr val="2F2F2F"/>
                    </a:solidFill>
                    <a:ea typeface="微软雅黑"/>
                  </a:rPr>
                  <a:t>。</a:t>
                </a:r>
              </a:p>
            </p:txBody>
          </p:sp>
          <p:sp>
            <p:nvSpPr>
              <p:cNvPr id="11" name="IconBackground2" descr="436172d3-4e46-4429-8c1d-86da61f34e9c">
                <a:extLst>
                  <a:ext uri="{FF2B5EF4-FFF2-40B4-BE49-F238E27FC236}">
                    <a16:creationId xmlns:a16="http://schemas.microsoft.com/office/drawing/2014/main" id="{53797612-34B3-4E67-AFA5-908659677A0A}"/>
                  </a:ext>
                </a:extLst>
              </p:cNvPr>
              <p:cNvSpPr/>
              <p:nvPr/>
            </p:nvSpPr>
            <p:spPr>
              <a:xfrm>
                <a:off x="660400" y="3549439"/>
                <a:ext cx="560428" cy="560428"/>
              </a:xfrm>
              <a:prstGeom prst="ellipse">
                <a:avLst/>
              </a:prstGeom>
              <a:solidFill>
                <a:schemeClr val="tx2">
                  <a:alpha val="70000"/>
                </a:schemeClr>
              </a:solidFill>
              <a:ln w="381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  <p:sp>
            <p:nvSpPr>
              <p:cNvPr id="12" name="Icon2" descr="d84567d6-8768-4bae-b851-5d8efce70d91">
                <a:extLst>
                  <a:ext uri="{FF2B5EF4-FFF2-40B4-BE49-F238E27FC236}">
                    <a16:creationId xmlns:a16="http://schemas.microsoft.com/office/drawing/2014/main" id="{9CAD29C4-08B6-4D23-A50E-A7AC073CE1B9}"/>
                  </a:ext>
                </a:extLst>
              </p:cNvPr>
              <p:cNvSpPr/>
              <p:nvPr/>
            </p:nvSpPr>
            <p:spPr>
              <a:xfrm>
                <a:off x="800697" y="3692668"/>
                <a:ext cx="279834" cy="273968"/>
              </a:xfrm>
              <a:custGeom>
                <a:avLst/>
                <a:gdLst>
                  <a:gd name="connsiteX0" fmla="*/ 163903 w 607933"/>
                  <a:gd name="connsiteY0" fmla="*/ 369028 h 595191"/>
                  <a:gd name="connsiteX1" fmla="*/ 195691 w 607933"/>
                  <a:gd name="connsiteY1" fmla="*/ 416642 h 595191"/>
                  <a:gd name="connsiteX2" fmla="*/ 52648 w 607933"/>
                  <a:gd name="connsiteY2" fmla="*/ 476158 h 595191"/>
                  <a:gd name="connsiteX3" fmla="*/ 303967 w 607933"/>
                  <a:gd name="connsiteY3" fmla="*/ 542618 h 595191"/>
                  <a:gd name="connsiteX4" fmla="*/ 555285 w 607933"/>
                  <a:gd name="connsiteY4" fmla="*/ 476158 h 595191"/>
                  <a:gd name="connsiteX5" fmla="*/ 413235 w 607933"/>
                  <a:gd name="connsiteY5" fmla="*/ 416642 h 595191"/>
                  <a:gd name="connsiteX6" fmla="*/ 444029 w 607933"/>
                  <a:gd name="connsiteY6" fmla="*/ 369028 h 595191"/>
                  <a:gd name="connsiteX7" fmla="*/ 607933 w 607933"/>
                  <a:gd name="connsiteY7" fmla="*/ 476158 h 595191"/>
                  <a:gd name="connsiteX8" fmla="*/ 303967 w 607933"/>
                  <a:gd name="connsiteY8" fmla="*/ 595191 h 595191"/>
                  <a:gd name="connsiteX9" fmla="*/ 0 w 607933"/>
                  <a:gd name="connsiteY9" fmla="*/ 476158 h 595191"/>
                  <a:gd name="connsiteX10" fmla="*/ 163903 w 607933"/>
                  <a:gd name="connsiteY10" fmla="*/ 369028 h 595191"/>
                  <a:gd name="connsiteX11" fmla="*/ 303967 w 607933"/>
                  <a:gd name="connsiteY11" fmla="*/ 100209 h 595191"/>
                  <a:gd name="connsiteX12" fmla="*/ 230453 w 607933"/>
                  <a:gd name="connsiteY12" fmla="*/ 174622 h 595191"/>
                  <a:gd name="connsiteX13" fmla="*/ 303967 w 607933"/>
                  <a:gd name="connsiteY13" fmla="*/ 248042 h 595191"/>
                  <a:gd name="connsiteX14" fmla="*/ 378475 w 607933"/>
                  <a:gd name="connsiteY14" fmla="*/ 174622 h 595191"/>
                  <a:gd name="connsiteX15" fmla="*/ 303967 w 607933"/>
                  <a:gd name="connsiteY15" fmla="*/ 100209 h 595191"/>
                  <a:gd name="connsiteX16" fmla="*/ 303967 w 607933"/>
                  <a:gd name="connsiteY16" fmla="*/ 0 h 595191"/>
                  <a:gd name="connsiteX17" fmla="*/ 481792 w 607933"/>
                  <a:gd name="connsiteY17" fmla="*/ 177598 h 595191"/>
                  <a:gd name="connsiteX18" fmla="*/ 338737 w 607933"/>
                  <a:gd name="connsiteY18" fmla="*/ 453420 h 595191"/>
                  <a:gd name="connsiteX19" fmla="*/ 303967 w 607933"/>
                  <a:gd name="connsiteY19" fmla="*/ 471279 h 595191"/>
                  <a:gd name="connsiteX20" fmla="*/ 269197 w 607933"/>
                  <a:gd name="connsiteY20" fmla="*/ 453420 h 595191"/>
                  <a:gd name="connsiteX21" fmla="*/ 126142 w 607933"/>
                  <a:gd name="connsiteY21" fmla="*/ 177598 h 595191"/>
                  <a:gd name="connsiteX22" fmla="*/ 303967 w 607933"/>
                  <a:gd name="connsiteY22" fmla="*/ 0 h 595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07933" h="595191">
                    <a:moveTo>
                      <a:pt x="163903" y="369028"/>
                    </a:moveTo>
                    <a:cubicBezTo>
                      <a:pt x="173837" y="383907"/>
                      <a:pt x="183771" y="399778"/>
                      <a:pt x="195691" y="416642"/>
                    </a:cubicBezTo>
                    <a:cubicBezTo>
                      <a:pt x="101322" y="430529"/>
                      <a:pt x="52648" y="461279"/>
                      <a:pt x="52648" y="476158"/>
                    </a:cubicBezTo>
                    <a:cubicBezTo>
                      <a:pt x="52648" y="495997"/>
                      <a:pt x="138076" y="542618"/>
                      <a:pt x="303967" y="542618"/>
                    </a:cubicBezTo>
                    <a:cubicBezTo>
                      <a:pt x="469857" y="542618"/>
                      <a:pt x="555285" y="495997"/>
                      <a:pt x="555285" y="476158"/>
                    </a:cubicBezTo>
                    <a:cubicBezTo>
                      <a:pt x="555285" y="461279"/>
                      <a:pt x="507604" y="430529"/>
                      <a:pt x="413235" y="416642"/>
                    </a:cubicBezTo>
                    <a:cubicBezTo>
                      <a:pt x="424162" y="399778"/>
                      <a:pt x="434096" y="383907"/>
                      <a:pt x="444029" y="369028"/>
                    </a:cubicBezTo>
                    <a:cubicBezTo>
                      <a:pt x="537405" y="385891"/>
                      <a:pt x="607933" y="422593"/>
                      <a:pt x="607933" y="476158"/>
                    </a:cubicBezTo>
                    <a:cubicBezTo>
                      <a:pt x="607933" y="554522"/>
                      <a:pt x="454956" y="595191"/>
                      <a:pt x="303967" y="595191"/>
                    </a:cubicBezTo>
                    <a:cubicBezTo>
                      <a:pt x="152977" y="595191"/>
                      <a:pt x="0" y="554522"/>
                      <a:pt x="0" y="476158"/>
                    </a:cubicBezTo>
                    <a:cubicBezTo>
                      <a:pt x="0" y="422593"/>
                      <a:pt x="71522" y="385891"/>
                      <a:pt x="163903" y="369028"/>
                    </a:cubicBezTo>
                    <a:close/>
                    <a:moveTo>
                      <a:pt x="303967" y="100209"/>
                    </a:moveTo>
                    <a:cubicBezTo>
                      <a:pt x="263236" y="100209"/>
                      <a:pt x="230453" y="133943"/>
                      <a:pt x="230453" y="174622"/>
                    </a:cubicBezTo>
                    <a:cubicBezTo>
                      <a:pt x="230453" y="215300"/>
                      <a:pt x="263236" y="248042"/>
                      <a:pt x="303967" y="248042"/>
                    </a:cubicBezTo>
                    <a:cubicBezTo>
                      <a:pt x="344698" y="248042"/>
                      <a:pt x="378475" y="215300"/>
                      <a:pt x="378475" y="174622"/>
                    </a:cubicBezTo>
                    <a:cubicBezTo>
                      <a:pt x="378475" y="133943"/>
                      <a:pt x="344698" y="100209"/>
                      <a:pt x="303967" y="100209"/>
                    </a:cubicBezTo>
                    <a:close/>
                    <a:moveTo>
                      <a:pt x="303967" y="0"/>
                    </a:moveTo>
                    <a:cubicBezTo>
                      <a:pt x="402317" y="0"/>
                      <a:pt x="481792" y="79374"/>
                      <a:pt x="481792" y="177598"/>
                    </a:cubicBezTo>
                    <a:cubicBezTo>
                      <a:pt x="481792" y="248042"/>
                      <a:pt x="390396" y="382976"/>
                      <a:pt x="338737" y="453420"/>
                    </a:cubicBezTo>
                    <a:cubicBezTo>
                      <a:pt x="330790" y="464334"/>
                      <a:pt x="317875" y="471279"/>
                      <a:pt x="303967" y="471279"/>
                    </a:cubicBezTo>
                    <a:cubicBezTo>
                      <a:pt x="290059" y="471279"/>
                      <a:pt x="277144" y="464334"/>
                      <a:pt x="269197" y="453420"/>
                    </a:cubicBezTo>
                    <a:cubicBezTo>
                      <a:pt x="217538" y="382976"/>
                      <a:pt x="126142" y="248042"/>
                      <a:pt x="126142" y="177598"/>
                    </a:cubicBezTo>
                    <a:cubicBezTo>
                      <a:pt x="126142" y="79374"/>
                      <a:pt x="205617" y="0"/>
                      <a:pt x="30396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rnd">
                <a:noFill/>
                <a:prstDash val="solid"/>
                <a:round/>
                <a:headEnd/>
                <a:tailE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rmAutofit fontScale="77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/>
                <a:endParaRPr/>
              </a:p>
            </p:txBody>
          </p:sp>
        </p:grpSp>
        <p:sp>
          <p:nvSpPr>
            <p:cNvPr id="21" name="Title" descr="61aed8bf-276a-41ea-bebf-ac2644bb5fc1">
              <a:extLst>
                <a:ext uri="{FF2B5EF4-FFF2-40B4-BE49-F238E27FC236}">
                  <a16:creationId xmlns:a16="http://schemas.microsoft.com/office/drawing/2014/main" id="{F6C0B8BD-8162-4FCA-B7AC-235FD87189C5}"/>
                </a:ext>
              </a:extLst>
            </p:cNvPr>
            <p:cNvSpPr txBox="1"/>
            <p:nvPr/>
          </p:nvSpPr>
          <p:spPr>
            <a:xfrm>
              <a:off x="7455283" y="1678137"/>
              <a:ext cx="4063617" cy="198918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/>
              <a:r>
                <a:rPr lang="en-US" sz="2400" b="1" i="0" u="none">
                  <a:solidFill>
                    <a:srgbClr val="2F2F2F"/>
                  </a:solidFill>
                  <a:ea typeface="微软雅黑"/>
                </a:rPr>
                <a:t>商务与旅行需求大不同</a:t>
              </a:r>
            </a:p>
          </p:txBody>
        </p: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altLang="zh-CN" b="1" i="0" kern="1200" dirty="0" err="1">
                <a:solidFill>
                  <a:srgbClr val="2F2F2F"/>
                </a:solidFill>
                <a:effectLst/>
                <a:latin typeface="+mj-ea"/>
                <a:cs typeface="Arial" panose="020B0604020202020204" pitchFamily="34" charset="0"/>
              </a:rPr>
              <a:t>研究背景与目的</a:t>
            </a:r>
            <a:br>
              <a:rPr lang="en-US" sz="2800" b="1" i="0" u="none" dirty="0">
                <a:solidFill>
                  <a:srgbClr val="2F2F2F"/>
                </a:solidFill>
                <a:latin typeface="+mj-ea"/>
              </a:rPr>
            </a:br>
            <a:r>
              <a:rPr lang="en-US" sz="2200" b="1" i="0" u="none" dirty="0" err="1">
                <a:solidFill>
                  <a:srgbClr val="2F2F2F"/>
                </a:solidFill>
                <a:latin typeface="+mj-ea"/>
              </a:rPr>
              <a:t>出行需求差异</a:t>
            </a:r>
            <a:endParaRPr lang="en-US" sz="2200" b="1" i="0" u="none" dirty="0">
              <a:solidFill>
                <a:srgbClr val="2F2F2F"/>
              </a:solidFill>
              <a:latin typeface="+mj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dfb8e719-bc77-4df4-ad66-c9f63a1f8954.source.4.zh-Hans.pptx" descr="874943a2-63d5-4df9-8713-071d1a96626d">
            <a:extLst>
              <a:ext uri="{FF2B5EF4-FFF2-40B4-BE49-F238E27FC236}">
                <a16:creationId xmlns:a16="http://schemas.microsoft.com/office/drawing/2014/main" id="{81D52908-E2FA-7661-DC34-EFD9B3AD049C}"/>
              </a:ext>
            </a:extLst>
          </p:cNvPr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grpSp>
          <p:nvGrpSpPr>
            <p:cNvPr id="7" name="组合 6" descr="80bd9c40-1bfe-490a-bbde-a5d236b9239a">
              <a:extLst>
                <a:ext uri="{FF2B5EF4-FFF2-40B4-BE49-F238E27FC236}">
                  <a16:creationId xmlns:a16="http://schemas.microsoft.com/office/drawing/2014/main" id="{E0026946-55F4-8909-343E-0E97D3AE3530}"/>
                </a:ext>
              </a:extLst>
            </p:cNvPr>
            <p:cNvGrpSpPr/>
            <p:nvPr/>
          </p:nvGrpSpPr>
          <p:grpSpPr>
            <a:xfrm>
              <a:off x="660400" y="1130300"/>
              <a:ext cx="10858500" cy="5003800"/>
              <a:chOff x="660400" y="1130300"/>
              <a:chExt cx="10858500" cy="5003800"/>
            </a:xfrm>
          </p:grpSpPr>
          <p:sp>
            <p:nvSpPr>
              <p:cNvPr id="6" name="Title" descr="4a0ed252-02d5-4784-bd6b-c03315533aa7">
                <a:extLst>
                  <a:ext uri="{FF2B5EF4-FFF2-40B4-BE49-F238E27FC236}">
                    <a16:creationId xmlns:a16="http://schemas.microsoft.com/office/drawing/2014/main" id="{9EADEBEA-C144-4874-CD75-0A364664DD32}"/>
                  </a:ext>
                </a:extLst>
              </p:cNvPr>
              <p:cNvSpPr/>
              <p:nvPr/>
            </p:nvSpPr>
            <p:spPr>
              <a:xfrm>
                <a:off x="660400" y="1130300"/>
                <a:ext cx="10858500" cy="720000"/>
              </a:xfrm>
              <a:prstGeom prst="roundRect">
                <a:avLst>
                  <a:gd name="adj" fmla="val 0"/>
                </a:avLst>
              </a:prstGeom>
              <a:noFill/>
              <a:ln w="6350" cap="rnd">
                <a:solidFill>
                  <a:schemeClr val="tx1">
                    <a:alpha val="50000"/>
                  </a:schemeClr>
                </a:solidFill>
                <a:prstDash val="solid"/>
                <a:round/>
              </a:ln>
              <a:effectLst>
                <a:outerShdw blurRad="254000" dist="1270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l"/>
                <a:r>
                  <a:rPr lang="en-US" sz="2400" b="1" i="0" u="none">
                    <a:solidFill>
                      <a:srgbClr val="2F2F2F"/>
                    </a:solidFill>
                    <a:ea typeface="微软雅黑"/>
                  </a:rPr>
                  <a:t>从不同平台获取关键信息</a:t>
                </a:r>
              </a:p>
            </p:txBody>
          </p:sp>
          <p:grpSp>
            <p:nvGrpSpPr>
              <p:cNvPr id="23" name="组合 22" descr="262c528f-5232-4c5e-b150-11250242b2ba">
                <a:extLst>
                  <a:ext uri="{FF2B5EF4-FFF2-40B4-BE49-F238E27FC236}">
                    <a16:creationId xmlns:a16="http://schemas.microsoft.com/office/drawing/2014/main" id="{6F2AB0A5-E8CB-57BD-1938-C55EEAE71CA5}"/>
                  </a:ext>
                </a:extLst>
              </p:cNvPr>
              <p:cNvGrpSpPr/>
              <p:nvPr/>
            </p:nvGrpSpPr>
            <p:grpSpPr>
              <a:xfrm>
                <a:off x="660400" y="2720937"/>
                <a:ext cx="2304000" cy="3413163"/>
                <a:chOff x="660400" y="2720937"/>
                <a:chExt cx="2304000" cy="3413163"/>
              </a:xfrm>
            </p:grpSpPr>
            <p:sp>
              <p:nvSpPr>
                <p:cNvPr id="8" name="Bullet1" descr="a98fcd44-937e-4e1a-9d73-8c30f134c64b">
                  <a:extLst>
                    <a:ext uri="{FF2B5EF4-FFF2-40B4-BE49-F238E27FC236}">
                      <a16:creationId xmlns:a16="http://schemas.microsoft.com/office/drawing/2014/main" id="{F75B52D5-FC58-5D6B-D14C-A5110FF1F73C}"/>
                    </a:ext>
                  </a:extLst>
                </p:cNvPr>
                <p:cNvSpPr/>
                <p:nvPr/>
              </p:nvSpPr>
              <p:spPr>
                <a:xfrm>
                  <a:off x="660400" y="3080937"/>
                  <a:ext cx="2304000" cy="558000"/>
                </a:xfrm>
                <a:prstGeom prst="rect">
                  <a:avLst/>
                </a:prstGeom>
                <a:noFill/>
                <a:ln w="6350" cap="rnd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blurRad="254000" dist="1270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2F2F2F"/>
                      </a:solidFill>
                      <a:ea typeface="微软雅黑"/>
                    </a:rPr>
                    <a:t>平台数据截取</a:t>
                  </a:r>
                </a:p>
              </p:txBody>
            </p:sp>
            <p:sp>
              <p:nvSpPr>
                <p:cNvPr id="9" name="Text1" descr="89b6a30f-88bc-4ddd-9842-b2b4197ef161">
                  <a:extLst>
                    <a:ext uri="{FF2B5EF4-FFF2-40B4-BE49-F238E27FC236}">
                      <a16:creationId xmlns:a16="http://schemas.microsoft.com/office/drawing/2014/main" id="{7C075721-275B-EB00-F669-352A8D7577E9}"/>
                    </a:ext>
                  </a:extLst>
                </p:cNvPr>
                <p:cNvSpPr/>
                <p:nvPr/>
              </p:nvSpPr>
              <p:spPr>
                <a:xfrm>
                  <a:off x="660400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/>
                    </a:rPr>
                    <a:t>截取旅行APP、航司APP等平台数据，分析机票价格、起降时间分布和机型。</a:t>
                  </a:r>
                </a:p>
              </p:txBody>
            </p:sp>
            <p:sp>
              <p:nvSpPr>
                <p:cNvPr id="10" name="Number1" descr="c9e61ae9-bdee-4e7a-9821-bba963db40e0">
                  <a:extLst>
                    <a:ext uri="{FF2B5EF4-FFF2-40B4-BE49-F238E27FC236}">
                      <a16:creationId xmlns:a16="http://schemas.microsoft.com/office/drawing/2014/main" id="{B052B98A-B24D-26C5-5BB9-CF292A3D7CA2}"/>
                    </a:ext>
                  </a:extLst>
                </p:cNvPr>
                <p:cNvSpPr/>
                <p:nvPr/>
              </p:nvSpPr>
              <p:spPr>
                <a:xfrm>
                  <a:off x="1355375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600" b="0" i="0" u="none">
                      <a:solidFill>
                        <a:srgbClr val="FFFFFF"/>
                      </a:solidFill>
                      <a:latin typeface="Arial"/>
                    </a:rPr>
                    <a:t>1</a:t>
                  </a:r>
                </a:p>
              </p:txBody>
            </p:sp>
          </p:grpSp>
          <p:grpSp>
            <p:nvGrpSpPr>
              <p:cNvPr id="24" name="组合 23" descr="686bc853-3166-4c97-866f-8cc810c7bacb">
                <a:extLst>
                  <a:ext uri="{FF2B5EF4-FFF2-40B4-BE49-F238E27FC236}">
                    <a16:creationId xmlns:a16="http://schemas.microsoft.com/office/drawing/2014/main" id="{DB7D9597-16A0-646C-1FF3-71D4A41780E3}"/>
                  </a:ext>
                </a:extLst>
              </p:cNvPr>
              <p:cNvGrpSpPr/>
              <p:nvPr/>
            </p:nvGrpSpPr>
            <p:grpSpPr>
              <a:xfrm>
                <a:off x="3511900" y="2720937"/>
                <a:ext cx="2304000" cy="3413163"/>
                <a:chOff x="3511900" y="2720937"/>
                <a:chExt cx="2304000" cy="3413163"/>
              </a:xfrm>
            </p:grpSpPr>
            <p:sp>
              <p:nvSpPr>
                <p:cNvPr id="12" name="Bullet2" descr="7f1c8299-a34d-4870-b342-b2c9e81e2ca0">
                  <a:extLst>
                    <a:ext uri="{FF2B5EF4-FFF2-40B4-BE49-F238E27FC236}">
                      <a16:creationId xmlns:a16="http://schemas.microsoft.com/office/drawing/2014/main" id="{C8B39FC8-DBB4-30EE-C305-6CEDFFA7C7BE}"/>
                    </a:ext>
                  </a:extLst>
                </p:cNvPr>
                <p:cNvSpPr/>
                <p:nvPr/>
              </p:nvSpPr>
              <p:spPr>
                <a:xfrm>
                  <a:off x="3511900" y="3080937"/>
                  <a:ext cx="2304000" cy="558000"/>
                </a:xfrm>
                <a:prstGeom prst="rect">
                  <a:avLst/>
                </a:prstGeom>
                <a:noFill/>
                <a:ln w="6350" cap="rnd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blurRad="254000" dist="1270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2F2F2F"/>
                      </a:solidFill>
                      <a:ea typeface="微软雅黑"/>
                    </a:rPr>
                    <a:t>权威信息分析</a:t>
                  </a:r>
                </a:p>
              </p:txBody>
            </p:sp>
            <p:sp>
              <p:nvSpPr>
                <p:cNvPr id="13" name="Text2" descr="06221348-7db8-49b1-b419-4e531e20583f">
                  <a:extLst>
                    <a:ext uri="{FF2B5EF4-FFF2-40B4-BE49-F238E27FC236}">
                      <a16:creationId xmlns:a16="http://schemas.microsoft.com/office/drawing/2014/main" id="{65E2AEBB-2ECB-347D-55F8-A0A24CB694D1}"/>
                    </a:ext>
                  </a:extLst>
                </p:cNvPr>
                <p:cNvSpPr/>
                <p:nvPr/>
              </p:nvSpPr>
              <p:spPr>
                <a:xfrm>
                  <a:off x="3511900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/>
                    </a:rPr>
                    <a:t>利用深圳机场年度财报、中国民航CADAS等，分析机场客流分布情况。</a:t>
                  </a:r>
                </a:p>
              </p:txBody>
            </p:sp>
            <p:sp>
              <p:nvSpPr>
                <p:cNvPr id="14" name="Number2" descr="4b17b0fd-f715-408a-91cc-cc69e4ffa7de">
                  <a:extLst>
                    <a:ext uri="{FF2B5EF4-FFF2-40B4-BE49-F238E27FC236}">
                      <a16:creationId xmlns:a16="http://schemas.microsoft.com/office/drawing/2014/main" id="{C08987C3-C7CF-CD07-D499-864CD10A977A}"/>
                    </a:ext>
                  </a:extLst>
                </p:cNvPr>
                <p:cNvSpPr/>
                <p:nvPr/>
              </p:nvSpPr>
              <p:spPr>
                <a:xfrm>
                  <a:off x="4206876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r>
                    <a:rPr lang="en-US" sz="1600" b="0" i="0" u="none">
                      <a:solidFill>
                        <a:srgbClr val="FFFFFF"/>
                      </a:solidFill>
                      <a:latin typeface="Arial"/>
                    </a:rPr>
                    <a:t>2</a:t>
                  </a:r>
                </a:p>
              </p:txBody>
            </p:sp>
          </p:grpSp>
          <p:grpSp>
            <p:nvGrpSpPr>
              <p:cNvPr id="25" name="组合 24" descr="4b725f90-864a-4235-9eb5-b92de0136c99">
                <a:extLst>
                  <a:ext uri="{FF2B5EF4-FFF2-40B4-BE49-F238E27FC236}">
                    <a16:creationId xmlns:a16="http://schemas.microsoft.com/office/drawing/2014/main" id="{DFA935C8-5F32-0DE7-8AC4-5B6879163B48}"/>
                  </a:ext>
                </a:extLst>
              </p:cNvPr>
              <p:cNvGrpSpPr/>
              <p:nvPr/>
            </p:nvGrpSpPr>
            <p:grpSpPr>
              <a:xfrm>
                <a:off x="6363401" y="2720937"/>
                <a:ext cx="2304000" cy="3413163"/>
                <a:chOff x="6363401" y="2720937"/>
                <a:chExt cx="2304000" cy="3413163"/>
              </a:xfrm>
            </p:grpSpPr>
            <p:sp>
              <p:nvSpPr>
                <p:cNvPr id="16" name="Bullet3" descr="8692622e-e216-45a0-a1ce-05cd81765f84">
                  <a:extLst>
                    <a:ext uri="{FF2B5EF4-FFF2-40B4-BE49-F238E27FC236}">
                      <a16:creationId xmlns:a16="http://schemas.microsoft.com/office/drawing/2014/main" id="{3CAC4A74-10FF-245B-3F21-2805EA839CE5}"/>
                    </a:ext>
                  </a:extLst>
                </p:cNvPr>
                <p:cNvSpPr/>
                <p:nvPr/>
              </p:nvSpPr>
              <p:spPr>
                <a:xfrm>
                  <a:off x="6363401" y="3080937"/>
                  <a:ext cx="2304000" cy="558000"/>
                </a:xfrm>
                <a:prstGeom prst="rect">
                  <a:avLst/>
                </a:prstGeom>
                <a:noFill/>
                <a:ln w="6350" cap="rnd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blurRad="254000" dist="1270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2F2F2F"/>
                      </a:solidFill>
                      <a:ea typeface="微软雅黑"/>
                    </a:rPr>
                    <a:t>航司服务对比</a:t>
                  </a:r>
                </a:p>
              </p:txBody>
            </p:sp>
            <p:sp>
              <p:nvSpPr>
                <p:cNvPr id="17" name="Text3" descr="743cc86d-28b2-4446-a5a5-f9054944afb4">
                  <a:extLst>
                    <a:ext uri="{FF2B5EF4-FFF2-40B4-BE49-F238E27FC236}">
                      <a16:creationId xmlns:a16="http://schemas.microsoft.com/office/drawing/2014/main" id="{A9BCEA28-E5E6-541D-4B4F-CBD16109D194}"/>
                    </a:ext>
                  </a:extLst>
                </p:cNvPr>
                <p:cNvSpPr/>
                <p:nvPr/>
              </p:nvSpPr>
              <p:spPr>
                <a:xfrm>
                  <a:off x="6363401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>
                      <a:solidFill>
                        <a:srgbClr val="2F2F2F"/>
                      </a:solidFill>
                      <a:ea typeface="微软雅黑"/>
                    </a:rPr>
                    <a:t>收集主流航司针对深圳机场的差异化服务，提炼关键点分析竞争力。</a:t>
                  </a:r>
                </a:p>
              </p:txBody>
            </p:sp>
            <p:sp>
              <p:nvSpPr>
                <p:cNvPr id="18" name="Number3" descr="aabf89cd-ee18-4542-b7e6-75541a3dd864">
                  <a:extLst>
                    <a:ext uri="{FF2B5EF4-FFF2-40B4-BE49-F238E27FC236}">
                      <a16:creationId xmlns:a16="http://schemas.microsoft.com/office/drawing/2014/main" id="{769E0FA1-FE18-2554-C19E-7D47CAA2C564}"/>
                    </a:ext>
                  </a:extLst>
                </p:cNvPr>
                <p:cNvSpPr/>
                <p:nvPr/>
              </p:nvSpPr>
              <p:spPr>
                <a:xfrm>
                  <a:off x="7058377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ctr"/>
                  <a:r>
                    <a:rPr lang="en-US" sz="1600" b="0" i="0" u="none">
                      <a:solidFill>
                        <a:srgbClr val="FFFFFF"/>
                      </a:solidFill>
                      <a:latin typeface="Arial"/>
                    </a:rPr>
                    <a:t>3</a:t>
                  </a:r>
                </a:p>
              </p:txBody>
            </p:sp>
          </p:grpSp>
          <p:grpSp>
            <p:nvGrpSpPr>
              <p:cNvPr id="26" name="组合 25" descr="c3b6e39c-17d1-40d9-a998-834ec95f1e1e">
                <a:extLst>
                  <a:ext uri="{FF2B5EF4-FFF2-40B4-BE49-F238E27FC236}">
                    <a16:creationId xmlns:a16="http://schemas.microsoft.com/office/drawing/2014/main" id="{E332858D-BDA6-D76F-212D-B25F2E0BD74B}"/>
                  </a:ext>
                </a:extLst>
              </p:cNvPr>
              <p:cNvGrpSpPr/>
              <p:nvPr/>
            </p:nvGrpSpPr>
            <p:grpSpPr>
              <a:xfrm>
                <a:off x="9214900" y="2720937"/>
                <a:ext cx="2304000" cy="3413163"/>
                <a:chOff x="9214900" y="2720937"/>
                <a:chExt cx="2304000" cy="3413163"/>
              </a:xfrm>
            </p:grpSpPr>
            <p:sp>
              <p:nvSpPr>
                <p:cNvPr id="20" name="Bullet4" descr="291f2606-9381-4a76-b100-2ec123c42c8f">
                  <a:extLst>
                    <a:ext uri="{FF2B5EF4-FFF2-40B4-BE49-F238E27FC236}">
                      <a16:creationId xmlns:a16="http://schemas.microsoft.com/office/drawing/2014/main" id="{9AB2E043-EA20-6D58-393F-F281C100B610}"/>
                    </a:ext>
                  </a:extLst>
                </p:cNvPr>
                <p:cNvSpPr/>
                <p:nvPr/>
              </p:nvSpPr>
              <p:spPr>
                <a:xfrm>
                  <a:off x="9214900" y="3080937"/>
                  <a:ext cx="2304000" cy="558000"/>
                </a:xfrm>
                <a:prstGeom prst="rect">
                  <a:avLst/>
                </a:prstGeom>
                <a:noFill/>
                <a:ln w="6350" cap="rnd">
                  <a:solidFill>
                    <a:schemeClr val="tx1">
                      <a:alpha val="50000"/>
                    </a:schemeClr>
                  </a:solidFill>
                  <a:prstDash val="solid"/>
                  <a:round/>
                </a:ln>
                <a:effectLst>
                  <a:outerShdw blurRad="254000" dist="127000" dir="5400000" algn="ctr" rotWithShape="0">
                    <a:schemeClr val="accent2"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800" b="1" i="0" u="none">
                      <a:solidFill>
                        <a:srgbClr val="2F2F2F"/>
                      </a:solidFill>
                      <a:ea typeface="微软雅黑"/>
                    </a:rPr>
                    <a:t>机场大屏信息提炼</a:t>
                  </a:r>
                </a:p>
              </p:txBody>
            </p:sp>
            <p:sp>
              <p:nvSpPr>
                <p:cNvPr id="21" name="Text4" descr="424a5e2e-fe3c-4021-b54f-726e67cec1d4">
                  <a:extLst>
                    <a:ext uri="{FF2B5EF4-FFF2-40B4-BE49-F238E27FC236}">
                      <a16:creationId xmlns:a16="http://schemas.microsoft.com/office/drawing/2014/main" id="{FF1912E5-0ABD-E67B-9531-BCC6EB759D39}"/>
                    </a:ext>
                  </a:extLst>
                </p:cNvPr>
                <p:cNvSpPr/>
                <p:nvPr/>
              </p:nvSpPr>
              <p:spPr>
                <a:xfrm>
                  <a:off x="9214900" y="3755726"/>
                  <a:ext cx="2304000" cy="2378374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t" anchorCtr="0">
                  <a:normAutofit/>
                </a:bodyPr>
                <a:lstStyle/>
                <a:p>
                  <a:pPr algn="l">
                    <a:lnSpc>
                      <a:spcPct val="120000"/>
                    </a:lnSpc>
                  </a:pPr>
                  <a:r>
                    <a:rPr lang="en-US" sz="1200" b="0" i="0" u="none" dirty="0" err="1">
                      <a:solidFill>
                        <a:srgbClr val="2F2F2F"/>
                      </a:solidFill>
                      <a:ea typeface="微软雅黑"/>
                    </a:rPr>
                    <a:t>通过提炼机场大屏信息，总结不同航司在不同地区的差异化表现</a:t>
                  </a:r>
                  <a:r>
                    <a:rPr lang="en-US" sz="1200" b="0" i="0" u="none" dirty="0">
                      <a:solidFill>
                        <a:srgbClr val="2F2F2F"/>
                      </a:solidFill>
                      <a:ea typeface="微软雅黑"/>
                    </a:rPr>
                    <a:t>。</a:t>
                  </a:r>
                </a:p>
              </p:txBody>
            </p:sp>
            <p:sp>
              <p:nvSpPr>
                <p:cNvPr id="22" name="Number4" descr="b1245a0f-6ab0-4ad7-aa07-99e35bcff328">
                  <a:extLst>
                    <a:ext uri="{FF2B5EF4-FFF2-40B4-BE49-F238E27FC236}">
                      <a16:creationId xmlns:a16="http://schemas.microsoft.com/office/drawing/2014/main" id="{352254E9-F318-F124-91FE-538E322B4CBC}"/>
                    </a:ext>
                  </a:extLst>
                </p:cNvPr>
                <p:cNvSpPr/>
                <p:nvPr/>
              </p:nvSpPr>
              <p:spPr>
                <a:xfrm>
                  <a:off x="9909878" y="2720937"/>
                  <a:ext cx="914048" cy="360000"/>
                </a:xfrm>
                <a:prstGeom prst="rect">
                  <a:avLst/>
                </a:prstGeom>
                <a:solidFill>
                  <a:schemeClr val="accent1"/>
                </a:solidFill>
                <a:ln w="57150" cap="rnd">
                  <a:noFill/>
                  <a:prstDash val="solid"/>
                  <a:round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none" lIns="91440" tIns="45720" rIns="91440" bIns="45720" numCol="1" spcCol="0" rtlCol="0" fromWordArt="0" anchor="ctr" anchorCtr="0" forceAA="0" compatLnSpc="1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1600" b="0" i="0" u="none">
                      <a:solidFill>
                        <a:srgbClr val="FFFFFF"/>
                      </a:solidFill>
                      <a:latin typeface="Arial"/>
                    </a:rPr>
                    <a:t>4</a:t>
                  </a:r>
                </a:p>
              </p:txBody>
            </p:sp>
          </p:grpSp>
        </p:grpSp>
        <p:cxnSp>
          <p:nvCxnSpPr>
            <p:cNvPr id="11" name="连接符: 肘形 10" descr="afd4258a-b040-4411-b593-ad374ec12ac7">
              <a:extLst>
                <a:ext uri="{FF2B5EF4-FFF2-40B4-BE49-F238E27FC236}">
                  <a16:creationId xmlns:a16="http://schemas.microsoft.com/office/drawing/2014/main" id="{B16EE1E7-7698-FA81-6EED-DFFC8BD86F53}"/>
                </a:ext>
              </a:extLst>
            </p:cNvPr>
            <p:cNvCxnSpPr>
              <a:cxnSpLocks/>
              <a:stCxn id="6" idx="2"/>
              <a:endCxn id="10" idx="0"/>
            </p:cNvCxnSpPr>
            <p:nvPr/>
          </p:nvCxnSpPr>
          <p:spPr>
            <a:xfrm rot="5400000">
              <a:off x="3515707" y="146993"/>
              <a:ext cx="870637" cy="427725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14" descr="88009ba7-3d5b-47fe-b934-d23e2b4a2987">
              <a:extLst>
                <a:ext uri="{FF2B5EF4-FFF2-40B4-BE49-F238E27FC236}">
                  <a16:creationId xmlns:a16="http://schemas.microsoft.com/office/drawing/2014/main" id="{DC5BFA44-9270-691B-9280-611F65DE5C45}"/>
                </a:ext>
              </a:extLst>
            </p:cNvPr>
            <p:cNvCxnSpPr>
              <a:cxnSpLocks/>
              <a:stCxn id="6" idx="2"/>
              <a:endCxn id="14" idx="0"/>
            </p:cNvCxnSpPr>
            <p:nvPr/>
          </p:nvCxnSpPr>
          <p:spPr>
            <a:xfrm rot="5400000">
              <a:off x="4941457" y="1572743"/>
              <a:ext cx="870637" cy="142575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连接符: 肘形 31" descr="20def5b6-4990-47a4-aec8-cd2a952b49a7">
              <a:extLst>
                <a:ext uri="{FF2B5EF4-FFF2-40B4-BE49-F238E27FC236}">
                  <a16:creationId xmlns:a16="http://schemas.microsoft.com/office/drawing/2014/main" id="{0A5315D8-741E-47D4-D30B-78F989B596E7}"/>
                </a:ext>
              </a:extLst>
            </p:cNvPr>
            <p:cNvCxnSpPr>
              <a:cxnSpLocks/>
              <a:stCxn id="6" idx="2"/>
              <a:endCxn id="18" idx="0"/>
            </p:cNvCxnSpPr>
            <p:nvPr/>
          </p:nvCxnSpPr>
          <p:spPr>
            <a:xfrm rot="16200000" flipH="1">
              <a:off x="6367207" y="1572742"/>
              <a:ext cx="870637" cy="142575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连接符: 肘形 34" descr="56a567dd-aba2-4fac-a4c9-3af697969103">
              <a:extLst>
                <a:ext uri="{FF2B5EF4-FFF2-40B4-BE49-F238E27FC236}">
                  <a16:creationId xmlns:a16="http://schemas.microsoft.com/office/drawing/2014/main" id="{A4B631CC-1C4A-762B-F922-8F9F04D295E8}"/>
                </a:ext>
              </a:extLst>
            </p:cNvPr>
            <p:cNvCxnSpPr>
              <a:cxnSpLocks/>
              <a:stCxn id="6" idx="2"/>
              <a:endCxn id="22" idx="0"/>
            </p:cNvCxnSpPr>
            <p:nvPr/>
          </p:nvCxnSpPr>
          <p:spPr>
            <a:xfrm rot="16200000" flipH="1">
              <a:off x="7792958" y="146992"/>
              <a:ext cx="870637" cy="4277252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>
                  <a:alpha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>
          <a:xfrm>
            <a:off x="660400" y="474562"/>
            <a:ext cx="2673109" cy="554137"/>
          </a:xfrm>
        </p:spPr>
        <p:txBody>
          <a:bodyPr anchorCtr="0">
            <a:norm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400" b="1" i="0" u="none" dirty="0" err="1">
                <a:solidFill>
                  <a:srgbClr val="2F2F2F"/>
                </a:solidFill>
                <a:ea typeface="微软雅黑"/>
              </a:rPr>
              <a:t>数据采集与分析</a:t>
            </a:r>
            <a:endParaRPr lang="en-US" sz="2400" b="1" i="0" u="none" dirty="0">
              <a:solidFill>
                <a:srgbClr val="2F2F2F"/>
              </a:solidFill>
              <a:ea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descr="ca331f46-e483-4bd9-93bb-8f5665b94712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3600" b="1" i="0" u="none">
                <a:solidFill>
                  <a:srgbClr val="2F2F2F"/>
                </a:solidFill>
                <a:ea typeface="微软雅黑"/>
              </a:rPr>
              <a:t>研究成果</a:t>
            </a:r>
          </a:p>
        </p:txBody>
      </p:sp>
      <p:sp>
        <p:nvSpPr>
          <p:cNvPr id="3" name="文本占位符 2" descr="72231931-e91c-450f-9bfb-8092702750eb"/>
          <p:cNvSpPr>
            <a:spLocks noGrp="1"/>
          </p:cNvSpPr>
          <p:nvPr>
            <p:ph type="body" idx="1" hasCustomPrompt="1"/>
          </p:nvPr>
        </p:nvSpPr>
        <p:spPr/>
        <p:txBody>
          <a:bodyPr anchorCtr="0"/>
          <a:lstStyle/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zh-CN" altLang="en-US" dirty="0">
                <a:solidFill>
                  <a:srgbClr val="2F2F2F"/>
                </a:solidFill>
                <a:ea typeface="微软雅黑"/>
              </a:rPr>
              <a:t>深圳机场商务出行常旅客选择攻略</a:t>
            </a:r>
            <a:endParaRPr lang="en-US" altLang="zh-CN" dirty="0">
              <a:solidFill>
                <a:srgbClr val="2F2F2F"/>
              </a:solidFill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r>
              <a:rPr lang="zh-CN" altLang="en-US" sz="1600" b="0" i="0" u="none" dirty="0">
                <a:solidFill>
                  <a:srgbClr val="2F2F2F"/>
                </a:solidFill>
                <a:ea typeface="微软雅黑"/>
              </a:rPr>
              <a:t>深圳机场旅行出行机票选择攻略</a:t>
            </a:r>
            <a:endParaRPr lang="en-US" sz="1600" b="0" i="0" u="none" dirty="0">
              <a:solidFill>
                <a:srgbClr val="2F2F2F"/>
              </a:solidFill>
              <a:ea typeface="微软雅黑"/>
            </a:endParaRPr>
          </a:p>
          <a:p>
            <a:pPr algn="l">
              <a:lnSpc>
                <a:spcPct val="120000"/>
              </a:lnSpc>
              <a:spcBef>
                <a:spcPts val="1000"/>
              </a:spcBef>
            </a:pPr>
            <a:endParaRPr lang="en-US" sz="1600" b="0" i="0" u="none" dirty="0">
              <a:solidFill>
                <a:srgbClr val="2F2F2F"/>
              </a:solidFill>
              <a:ea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34d3e671-95ba-47bb-8812-bcdcc3ed1ae0.source.1.zh-Hans.pptx" descr="c8435ebb-e8c1-4d6c-87b2-23bf7bf400bd">
            <a:extLst>
              <a:ext uri="{FF2B5EF4-FFF2-40B4-BE49-F238E27FC236}">
                <a16:creationId xmlns:a16="http://schemas.microsoft.com/office/drawing/2014/main" id="{E06A0744-B7D4-A39B-41ED-FF006D7DF22B}"/>
              </a:ext>
            </a:extLst>
          </p:cNvPr>
          <p:cNvGrpSpPr/>
          <p:nvPr/>
        </p:nvGrpSpPr>
        <p:grpSpPr>
          <a:xfrm>
            <a:off x="0" y="0"/>
            <a:ext cx="12192000" cy="5589912"/>
            <a:chOff x="0" y="0"/>
            <a:chExt cx="12192000" cy="5589912"/>
          </a:xfrm>
        </p:grpSpPr>
        <p:sp>
          <p:nvSpPr>
            <p:cNvPr id="5" name="任意多边形: 形状 4" descr="ea1288b1-7af4-4055-8a8b-b1722a8746c1">
              <a:extLst>
                <a:ext uri="{FF2B5EF4-FFF2-40B4-BE49-F238E27FC236}">
                  <a16:creationId xmlns:a16="http://schemas.microsoft.com/office/drawing/2014/main" id="{C0CEB8FF-FE8A-9508-BB24-9032D99785EC}"/>
                </a:ext>
              </a:extLst>
            </p:cNvPr>
            <p:cNvSpPr/>
            <p:nvPr/>
          </p:nvSpPr>
          <p:spPr>
            <a:xfrm>
              <a:off x="0" y="0"/>
              <a:ext cx="12192000" cy="2895600"/>
            </a:xfrm>
            <a:custGeom>
              <a:avLst/>
              <a:gdLst>
                <a:gd name="connsiteX0" fmla="*/ 0 w 12192000"/>
                <a:gd name="connsiteY0" fmla="*/ 0 h 2757926"/>
                <a:gd name="connsiteX1" fmla="*/ 12192000 w 12192000"/>
                <a:gd name="connsiteY1" fmla="*/ 0 h 2757926"/>
                <a:gd name="connsiteX2" fmla="*/ 12192000 w 12192000"/>
                <a:gd name="connsiteY2" fmla="*/ 2757926 h 2757926"/>
                <a:gd name="connsiteX3" fmla="*/ 0 w 12192000"/>
                <a:gd name="connsiteY3" fmla="*/ 2757926 h 27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57926">
                  <a:moveTo>
                    <a:pt x="0" y="0"/>
                  </a:moveTo>
                  <a:lnTo>
                    <a:pt x="12192000" y="0"/>
                  </a:lnTo>
                  <a:lnTo>
                    <a:pt x="12192000" y="2757926"/>
                  </a:lnTo>
                  <a:lnTo>
                    <a:pt x="0" y="2757926"/>
                  </a:ln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" name="Title" descr="684b3a60-4692-458e-b321-863ae85eb098">
              <a:extLst>
                <a:ext uri="{FF2B5EF4-FFF2-40B4-BE49-F238E27FC236}">
                  <a16:creationId xmlns:a16="http://schemas.microsoft.com/office/drawing/2014/main" id="{91C6AD79-42E9-96B3-783D-1AA7F688C81E}"/>
                </a:ext>
              </a:extLst>
            </p:cNvPr>
            <p:cNvSpPr txBox="1"/>
            <p:nvPr/>
          </p:nvSpPr>
          <p:spPr>
            <a:xfrm>
              <a:off x="660400" y="889206"/>
              <a:ext cx="2971710" cy="536159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en-US" sz="2400" b="1" i="0" u="none" dirty="0" err="1">
                  <a:solidFill>
                    <a:srgbClr val="2F2F2F"/>
                  </a:solidFill>
                  <a:ea typeface="微软雅黑"/>
                </a:rPr>
                <a:t>商务旅客的优选方案</a:t>
              </a:r>
              <a:endParaRPr lang="en-US" sz="2400" b="1" i="0" u="none" dirty="0">
                <a:solidFill>
                  <a:srgbClr val="2F2F2F"/>
                </a:solidFill>
                <a:ea typeface="微软雅黑"/>
              </a:endParaRPr>
            </a:p>
          </p:txBody>
        </p:sp>
        <p:cxnSp>
          <p:nvCxnSpPr>
            <p:cNvPr id="10" name="直接连接符 9" descr="6ef639f9-8084-4dbb-91cc-f39f403bf83c">
              <a:extLst>
                <a:ext uri="{FF2B5EF4-FFF2-40B4-BE49-F238E27FC236}">
                  <a16:creationId xmlns:a16="http://schemas.microsoft.com/office/drawing/2014/main" id="{33BF8E8F-D539-CC37-DBD3-C31792B8CAF8}"/>
                </a:ext>
              </a:extLst>
            </p:cNvPr>
            <p:cNvCxnSpPr>
              <a:cxnSpLocks/>
            </p:cNvCxnSpPr>
            <p:nvPr/>
          </p:nvCxnSpPr>
          <p:spPr>
            <a:xfrm>
              <a:off x="1476596" y="3106784"/>
              <a:ext cx="9417252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f4bb477b-d47b-4a46-a29c-ebd62d850495">
              <a:extLst>
                <a:ext uri="{FF2B5EF4-FFF2-40B4-BE49-F238E27FC236}">
                  <a16:creationId xmlns:a16="http://schemas.microsoft.com/office/drawing/2014/main" id="{4EE5B529-0C16-CAF2-3EA4-2E5AE61AC15E}"/>
                </a:ext>
              </a:extLst>
            </p:cNvPr>
            <p:cNvGrpSpPr/>
            <p:nvPr/>
          </p:nvGrpSpPr>
          <p:grpSpPr>
            <a:xfrm>
              <a:off x="709914" y="3105674"/>
              <a:ext cx="5341728" cy="2484238"/>
              <a:chOff x="709914" y="3105674"/>
              <a:chExt cx="5341728" cy="2484238"/>
            </a:xfrm>
          </p:grpSpPr>
          <p:sp>
            <p:nvSpPr>
              <p:cNvPr id="9" name="Number" descr="abbd55bc-dbcd-49bf-b66c-03e396169347">
                <a:extLst>
                  <a:ext uri="{FF2B5EF4-FFF2-40B4-BE49-F238E27FC236}">
                    <a16:creationId xmlns:a16="http://schemas.microsoft.com/office/drawing/2014/main" id="{D94F3A21-7507-78DF-4474-32123F3A9250}"/>
                  </a:ext>
                </a:extLst>
              </p:cNvPr>
              <p:cNvSpPr/>
              <p:nvPr/>
            </p:nvSpPr>
            <p:spPr>
              <a:xfrm>
                <a:off x="709914" y="3105674"/>
                <a:ext cx="766682" cy="841570"/>
              </a:xfrm>
              <a:prstGeom prst="flowChartOffpageConnec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2000" b="1" i="0" u="none" dirty="0">
                    <a:solidFill>
                      <a:srgbClr val="FFFFFF"/>
                    </a:solidFill>
                    <a:latin typeface="Arial"/>
                  </a:rPr>
                  <a:t>1</a:t>
                </a:r>
              </a:p>
            </p:txBody>
          </p:sp>
          <p:sp>
            <p:nvSpPr>
              <p:cNvPr id="11" name="Text" descr="4f7ff53a-6f1c-47df-865c-68385a524b62">
                <a:extLst>
                  <a:ext uri="{FF2B5EF4-FFF2-40B4-BE49-F238E27FC236}">
                    <a16:creationId xmlns:a16="http://schemas.microsoft.com/office/drawing/2014/main" id="{0B45BAB6-46BC-2650-2F66-A5F70D66E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77476" y="3481712"/>
                <a:ext cx="4474166" cy="2108200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algn="l">
                  <a:lnSpc>
                    <a:spcPct val="120000"/>
                  </a:lnSpc>
                </a:pPr>
                <a:r>
                  <a:rPr lang="zh-CN" altLang="en-US" sz="1200" dirty="0">
                    <a:solidFill>
                      <a:srgbClr val="2F2F2F"/>
                    </a:solidFill>
                    <a:ea typeface="微软雅黑"/>
                  </a:rPr>
                  <a:t>我们统计了深圳机场出发航班的时间、延误时长、快捷服务等数据与信息。分析了不同航司的的竞争力差异。</a:t>
                </a:r>
                <a:endParaRPr lang="en-US" sz="12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4" name="Bullet" descr="c799f083-063a-4849-8197-a60eee06fba4">
                <a:extLst>
                  <a:ext uri="{FF2B5EF4-FFF2-40B4-BE49-F238E27FC236}">
                    <a16:creationId xmlns:a16="http://schemas.microsoft.com/office/drawing/2014/main" id="{7550DC7D-6448-F856-3704-9AF82A05DE39}"/>
                  </a:ext>
                </a:extLst>
              </p:cNvPr>
              <p:cNvSpPr txBox="1"/>
              <p:nvPr/>
            </p:nvSpPr>
            <p:spPr>
              <a:xfrm>
                <a:off x="1497870" y="3105674"/>
                <a:ext cx="2316689" cy="3760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b="1" i="0" u="none" strike="noStrike" dirty="0" err="1">
                    <a:solidFill>
                      <a:srgbClr val="2F2F2F"/>
                    </a:solidFill>
                    <a:ea typeface="微软雅黑"/>
                  </a:rPr>
                  <a:t>商务出行常旅客选择</a:t>
                </a:r>
                <a:endParaRPr lang="en-US" b="1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/>
              </a:rPr>
              <a:t>商务出行选择</a:t>
            </a:r>
          </a:p>
        </p:txBody>
      </p:sp>
      <p:pic>
        <p:nvPicPr>
          <p:cNvPr id="6" name="图片 5" descr="日程表&#10;&#10;描述已自动生成">
            <a:extLst>
              <a:ext uri="{FF2B5EF4-FFF2-40B4-BE49-F238E27FC236}">
                <a16:creationId xmlns:a16="http://schemas.microsoft.com/office/drawing/2014/main" id="{620F2499-D2DB-03A0-F34E-14354E35D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118" y="578643"/>
            <a:ext cx="4226332" cy="56351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34d3e671-95ba-47bb-8812-bcdcc3ed1ae0.source.1.zh-Hans.pptx" descr="c8435ebb-e8c1-4d6c-87b2-23bf7bf400bd">
            <a:extLst>
              <a:ext uri="{FF2B5EF4-FFF2-40B4-BE49-F238E27FC236}">
                <a16:creationId xmlns:a16="http://schemas.microsoft.com/office/drawing/2014/main" id="{E06A0744-B7D4-A39B-41ED-FF006D7DF22B}"/>
              </a:ext>
            </a:extLst>
          </p:cNvPr>
          <p:cNvGrpSpPr/>
          <p:nvPr/>
        </p:nvGrpSpPr>
        <p:grpSpPr>
          <a:xfrm>
            <a:off x="-1576132" y="0"/>
            <a:ext cx="13768132" cy="4642792"/>
            <a:chOff x="-1576132" y="0"/>
            <a:chExt cx="13768132" cy="4642792"/>
          </a:xfrm>
        </p:grpSpPr>
        <p:sp>
          <p:nvSpPr>
            <p:cNvPr id="5" name="任意多边形: 形状 4" descr="ea1288b1-7af4-4055-8a8b-b1722a8746c1">
              <a:extLst>
                <a:ext uri="{FF2B5EF4-FFF2-40B4-BE49-F238E27FC236}">
                  <a16:creationId xmlns:a16="http://schemas.microsoft.com/office/drawing/2014/main" id="{C0CEB8FF-FE8A-9508-BB24-9032D99785EC}"/>
                </a:ext>
              </a:extLst>
            </p:cNvPr>
            <p:cNvSpPr/>
            <p:nvPr/>
          </p:nvSpPr>
          <p:spPr>
            <a:xfrm>
              <a:off x="0" y="0"/>
              <a:ext cx="12192000" cy="2895600"/>
            </a:xfrm>
            <a:custGeom>
              <a:avLst/>
              <a:gdLst>
                <a:gd name="connsiteX0" fmla="*/ 0 w 12192000"/>
                <a:gd name="connsiteY0" fmla="*/ 0 h 2757926"/>
                <a:gd name="connsiteX1" fmla="*/ 12192000 w 12192000"/>
                <a:gd name="connsiteY1" fmla="*/ 0 h 2757926"/>
                <a:gd name="connsiteX2" fmla="*/ 12192000 w 12192000"/>
                <a:gd name="connsiteY2" fmla="*/ 2757926 h 2757926"/>
                <a:gd name="connsiteX3" fmla="*/ 0 w 12192000"/>
                <a:gd name="connsiteY3" fmla="*/ 2757926 h 27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57926">
                  <a:moveTo>
                    <a:pt x="0" y="0"/>
                  </a:moveTo>
                  <a:lnTo>
                    <a:pt x="12192000" y="0"/>
                  </a:lnTo>
                  <a:lnTo>
                    <a:pt x="12192000" y="2757926"/>
                  </a:lnTo>
                  <a:lnTo>
                    <a:pt x="0" y="2757926"/>
                  </a:ln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" name="Title" descr="684b3a60-4692-458e-b321-863ae85eb098">
              <a:extLst>
                <a:ext uri="{FF2B5EF4-FFF2-40B4-BE49-F238E27FC236}">
                  <a16:creationId xmlns:a16="http://schemas.microsoft.com/office/drawing/2014/main" id="{91C6AD79-42E9-96B3-783D-1AA7F688C81E}"/>
                </a:ext>
              </a:extLst>
            </p:cNvPr>
            <p:cNvSpPr txBox="1"/>
            <p:nvPr/>
          </p:nvSpPr>
          <p:spPr>
            <a:xfrm>
              <a:off x="-1576132" y="1051644"/>
              <a:ext cx="7357500" cy="8001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en-US" sz="2400" b="1" i="0" u="none" dirty="0" err="1">
                  <a:solidFill>
                    <a:srgbClr val="2F2F2F"/>
                  </a:solidFill>
                  <a:ea typeface="微软雅黑"/>
                </a:rPr>
                <a:t>商务旅客的优选方案</a:t>
              </a:r>
              <a:endParaRPr lang="en-US" sz="2400" b="1" i="0" u="none" dirty="0">
                <a:solidFill>
                  <a:srgbClr val="2F2F2F"/>
                </a:solidFill>
                <a:ea typeface="微软雅黑"/>
              </a:endParaRPr>
            </a:p>
          </p:txBody>
        </p:sp>
        <p:cxnSp>
          <p:nvCxnSpPr>
            <p:cNvPr id="10" name="直接连接符 9" descr="6ef639f9-8084-4dbb-91cc-f39f403bf83c">
              <a:extLst>
                <a:ext uri="{FF2B5EF4-FFF2-40B4-BE49-F238E27FC236}">
                  <a16:creationId xmlns:a16="http://schemas.microsoft.com/office/drawing/2014/main" id="{33BF8E8F-D539-CC37-DBD3-C31792B8CAF8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304621"/>
              <a:ext cx="9417252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f4bb477b-d47b-4a46-a29c-ebd62d850495">
              <a:extLst>
                <a:ext uri="{FF2B5EF4-FFF2-40B4-BE49-F238E27FC236}">
                  <a16:creationId xmlns:a16="http://schemas.microsoft.com/office/drawing/2014/main" id="{4EE5B529-0C16-CAF2-3EA4-2E5AE61AC15E}"/>
                </a:ext>
              </a:extLst>
            </p:cNvPr>
            <p:cNvGrpSpPr/>
            <p:nvPr/>
          </p:nvGrpSpPr>
          <p:grpSpPr>
            <a:xfrm>
              <a:off x="660400" y="3132594"/>
              <a:ext cx="9417252" cy="1510198"/>
              <a:chOff x="660400" y="3132594"/>
              <a:chExt cx="9417252" cy="1510198"/>
            </a:xfrm>
          </p:grpSpPr>
          <p:sp>
            <p:nvSpPr>
              <p:cNvPr id="9" name="Number" descr="abbd55bc-dbcd-49bf-b66c-03e396169347">
                <a:extLst>
                  <a:ext uri="{FF2B5EF4-FFF2-40B4-BE49-F238E27FC236}">
                    <a16:creationId xmlns:a16="http://schemas.microsoft.com/office/drawing/2014/main" id="{D94F3A21-7507-78DF-4474-32123F3A9250}"/>
                  </a:ext>
                </a:extLst>
              </p:cNvPr>
              <p:cNvSpPr/>
              <p:nvPr/>
            </p:nvSpPr>
            <p:spPr>
              <a:xfrm>
                <a:off x="660400" y="3304621"/>
                <a:ext cx="766682" cy="841570"/>
              </a:xfrm>
              <a:prstGeom prst="flowChartOffpageConnec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2000" b="1" dirty="0">
                    <a:solidFill>
                      <a:srgbClr val="FFFFFF"/>
                    </a:solidFill>
                    <a:latin typeface="Arial"/>
                  </a:rPr>
                  <a:t>2</a:t>
                </a:r>
                <a:endParaRPr lang="en-US" sz="2000" b="1" i="0" u="none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" name="Text" descr="4f7ff53a-6f1c-47df-865c-68385a524b62">
                <a:extLst>
                  <a:ext uri="{FF2B5EF4-FFF2-40B4-BE49-F238E27FC236}">
                    <a16:creationId xmlns:a16="http://schemas.microsoft.com/office/drawing/2014/main" id="{0B45BAB6-46BC-2650-2F66-A5F70D66E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9136" y="3698156"/>
                <a:ext cx="6203623" cy="9446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l">
                  <a:lnSpc>
                    <a:spcPct val="170000"/>
                  </a:lnSpc>
                </a:pP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从深圳出发，国（航）深（航）联盟、南航、东航均开展了空中快线服务</a:t>
                </a:r>
                <a:endParaRPr lang="en-US" altLang="zh-CN" sz="1400" dirty="0">
                  <a:solidFill>
                    <a:srgbClr val="2F2F2F"/>
                  </a:solidFill>
                  <a:ea typeface="微软雅黑"/>
                </a:endParaRPr>
              </a:p>
              <a:p>
                <a:pPr algn="l">
                  <a:lnSpc>
                    <a:spcPct val="170000"/>
                  </a:lnSpc>
                </a:pP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覆盖北京、上海、重庆、成都、杭州</a:t>
                </a:r>
                <a:endParaRPr lang="en-US" altLang="zh-CN" sz="1400" dirty="0">
                  <a:solidFill>
                    <a:srgbClr val="2F2F2F"/>
                  </a:solidFill>
                  <a:ea typeface="微软雅黑"/>
                </a:endParaRPr>
              </a:p>
              <a:p>
                <a:pPr algn="l">
                  <a:lnSpc>
                    <a:spcPct val="170000"/>
                  </a:lnSpc>
                </a:pPr>
                <a:r>
                  <a:rPr lang="zh-CN" altLang="en-US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其中南航独占杭州，国航独占川渝</a:t>
                </a:r>
                <a:endParaRPr lang="en-US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4" name="Bullet" descr="c799f083-063a-4849-8197-a60eee06fba4">
                <a:extLst>
                  <a:ext uri="{FF2B5EF4-FFF2-40B4-BE49-F238E27FC236}">
                    <a16:creationId xmlns:a16="http://schemas.microsoft.com/office/drawing/2014/main" id="{7550DC7D-6448-F856-3704-9AF82A05DE39}"/>
                  </a:ext>
                </a:extLst>
              </p:cNvPr>
              <p:cNvSpPr txBox="1"/>
              <p:nvPr/>
            </p:nvSpPr>
            <p:spPr>
              <a:xfrm>
                <a:off x="1493188" y="3132594"/>
                <a:ext cx="8584464" cy="592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solidFill>
                      <a:srgbClr val="2F2F2F"/>
                    </a:solidFill>
                    <a:ea typeface="微软雅黑"/>
                  </a:rPr>
                  <a:t>空中快线情况分析</a:t>
                </a:r>
                <a:endParaRPr lang="en-US" sz="1600" b="1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/>
              </a:rPr>
              <a:t>商务出行选择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48B9FBC-A832-5B6C-FCB3-C81BF3E5C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021" y="2946642"/>
            <a:ext cx="3574507" cy="2972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754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34d3e671-95ba-47bb-8812-bcdcc3ed1ae0.source.1.zh-Hans.pptx" descr="c8435ebb-e8c1-4d6c-87b2-23bf7bf400bd">
            <a:extLst>
              <a:ext uri="{FF2B5EF4-FFF2-40B4-BE49-F238E27FC236}">
                <a16:creationId xmlns:a16="http://schemas.microsoft.com/office/drawing/2014/main" id="{E06A0744-B7D4-A39B-41ED-FF006D7DF22B}"/>
              </a:ext>
            </a:extLst>
          </p:cNvPr>
          <p:cNvGrpSpPr/>
          <p:nvPr/>
        </p:nvGrpSpPr>
        <p:grpSpPr>
          <a:xfrm>
            <a:off x="-1576132" y="0"/>
            <a:ext cx="13768132" cy="4642792"/>
            <a:chOff x="-1576132" y="0"/>
            <a:chExt cx="13768132" cy="4642792"/>
          </a:xfrm>
        </p:grpSpPr>
        <p:sp>
          <p:nvSpPr>
            <p:cNvPr id="5" name="任意多边形: 形状 4" descr="ea1288b1-7af4-4055-8a8b-b1722a8746c1">
              <a:extLst>
                <a:ext uri="{FF2B5EF4-FFF2-40B4-BE49-F238E27FC236}">
                  <a16:creationId xmlns:a16="http://schemas.microsoft.com/office/drawing/2014/main" id="{C0CEB8FF-FE8A-9508-BB24-9032D99785EC}"/>
                </a:ext>
              </a:extLst>
            </p:cNvPr>
            <p:cNvSpPr/>
            <p:nvPr/>
          </p:nvSpPr>
          <p:spPr>
            <a:xfrm>
              <a:off x="0" y="0"/>
              <a:ext cx="12192000" cy="2895600"/>
            </a:xfrm>
            <a:custGeom>
              <a:avLst/>
              <a:gdLst>
                <a:gd name="connsiteX0" fmla="*/ 0 w 12192000"/>
                <a:gd name="connsiteY0" fmla="*/ 0 h 2757926"/>
                <a:gd name="connsiteX1" fmla="*/ 12192000 w 12192000"/>
                <a:gd name="connsiteY1" fmla="*/ 0 h 2757926"/>
                <a:gd name="connsiteX2" fmla="*/ 12192000 w 12192000"/>
                <a:gd name="connsiteY2" fmla="*/ 2757926 h 2757926"/>
                <a:gd name="connsiteX3" fmla="*/ 0 w 12192000"/>
                <a:gd name="connsiteY3" fmla="*/ 2757926 h 27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57926">
                  <a:moveTo>
                    <a:pt x="0" y="0"/>
                  </a:moveTo>
                  <a:lnTo>
                    <a:pt x="12192000" y="0"/>
                  </a:lnTo>
                  <a:lnTo>
                    <a:pt x="12192000" y="2757926"/>
                  </a:lnTo>
                  <a:lnTo>
                    <a:pt x="0" y="2757926"/>
                  </a:ln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" name="Title" descr="684b3a60-4692-458e-b321-863ae85eb098">
              <a:extLst>
                <a:ext uri="{FF2B5EF4-FFF2-40B4-BE49-F238E27FC236}">
                  <a16:creationId xmlns:a16="http://schemas.microsoft.com/office/drawing/2014/main" id="{91C6AD79-42E9-96B3-783D-1AA7F688C81E}"/>
                </a:ext>
              </a:extLst>
            </p:cNvPr>
            <p:cNvSpPr txBox="1"/>
            <p:nvPr/>
          </p:nvSpPr>
          <p:spPr>
            <a:xfrm>
              <a:off x="-1576132" y="1051644"/>
              <a:ext cx="7357500" cy="8001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en-US" sz="2400" b="1" i="0" u="none" dirty="0" err="1">
                  <a:solidFill>
                    <a:srgbClr val="2F2F2F"/>
                  </a:solidFill>
                  <a:ea typeface="微软雅黑"/>
                </a:rPr>
                <a:t>商务旅客的优选方案</a:t>
              </a:r>
              <a:endParaRPr lang="en-US" sz="2400" b="1" i="0" u="none" dirty="0">
                <a:solidFill>
                  <a:srgbClr val="2F2F2F"/>
                </a:solidFill>
                <a:ea typeface="微软雅黑"/>
              </a:endParaRPr>
            </a:p>
          </p:txBody>
        </p:sp>
        <p:cxnSp>
          <p:nvCxnSpPr>
            <p:cNvPr id="10" name="直接连接符 9" descr="6ef639f9-8084-4dbb-91cc-f39f403bf83c">
              <a:extLst>
                <a:ext uri="{FF2B5EF4-FFF2-40B4-BE49-F238E27FC236}">
                  <a16:creationId xmlns:a16="http://schemas.microsoft.com/office/drawing/2014/main" id="{33BF8E8F-D539-CC37-DBD3-C31792B8CAF8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304621"/>
              <a:ext cx="9417252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f4bb477b-d47b-4a46-a29c-ebd62d850495">
              <a:extLst>
                <a:ext uri="{FF2B5EF4-FFF2-40B4-BE49-F238E27FC236}">
                  <a16:creationId xmlns:a16="http://schemas.microsoft.com/office/drawing/2014/main" id="{4EE5B529-0C16-CAF2-3EA4-2E5AE61AC15E}"/>
                </a:ext>
              </a:extLst>
            </p:cNvPr>
            <p:cNvGrpSpPr/>
            <p:nvPr/>
          </p:nvGrpSpPr>
          <p:grpSpPr>
            <a:xfrm>
              <a:off x="660400" y="3132594"/>
              <a:ext cx="9417252" cy="1510198"/>
              <a:chOff x="660400" y="3132594"/>
              <a:chExt cx="9417252" cy="1510198"/>
            </a:xfrm>
          </p:grpSpPr>
          <p:sp>
            <p:nvSpPr>
              <p:cNvPr id="9" name="Number" descr="abbd55bc-dbcd-49bf-b66c-03e396169347">
                <a:extLst>
                  <a:ext uri="{FF2B5EF4-FFF2-40B4-BE49-F238E27FC236}">
                    <a16:creationId xmlns:a16="http://schemas.microsoft.com/office/drawing/2014/main" id="{D94F3A21-7507-78DF-4474-32123F3A9250}"/>
                  </a:ext>
                </a:extLst>
              </p:cNvPr>
              <p:cNvSpPr/>
              <p:nvPr/>
            </p:nvSpPr>
            <p:spPr>
              <a:xfrm>
                <a:off x="660400" y="3304621"/>
                <a:ext cx="766682" cy="841570"/>
              </a:xfrm>
              <a:prstGeom prst="flowChartOffpageConnec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2000" b="1" i="0" u="none" dirty="0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11" name="Text" descr="4f7ff53a-6f1c-47df-865c-68385a524b62">
                <a:extLst>
                  <a:ext uri="{FF2B5EF4-FFF2-40B4-BE49-F238E27FC236}">
                    <a16:creationId xmlns:a16="http://schemas.microsoft.com/office/drawing/2014/main" id="{0B45BAB6-46BC-2650-2F66-A5F70D66E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9136" y="3698156"/>
                <a:ext cx="6203623" cy="9446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l">
                  <a:lnSpc>
                    <a:spcPct val="170000"/>
                  </a:lnSpc>
                </a:pPr>
                <a:r>
                  <a:rPr lang="zh-CN" altLang="en-US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从一线城市的航班占比，起降时间分布来看</a:t>
                </a:r>
                <a:endParaRPr lang="en-US" altLang="zh-CN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  <a:p>
                <a:pPr algn="l">
                  <a:lnSpc>
                    <a:spcPct val="170000"/>
                  </a:lnSpc>
                </a:pP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国深联盟优势明显，南航紧随其后</a:t>
                </a:r>
                <a:endParaRPr lang="en-US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4" name="Bullet" descr="c799f083-063a-4849-8197-a60eee06fba4">
                <a:extLst>
                  <a:ext uri="{FF2B5EF4-FFF2-40B4-BE49-F238E27FC236}">
                    <a16:creationId xmlns:a16="http://schemas.microsoft.com/office/drawing/2014/main" id="{7550DC7D-6448-F856-3704-9AF82A05DE39}"/>
                  </a:ext>
                </a:extLst>
              </p:cNvPr>
              <p:cNvSpPr txBox="1"/>
              <p:nvPr/>
            </p:nvSpPr>
            <p:spPr>
              <a:xfrm>
                <a:off x="1493188" y="3132594"/>
                <a:ext cx="8584464" cy="592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dirty="0">
                    <a:solidFill>
                      <a:srgbClr val="2F2F2F"/>
                    </a:solidFill>
                    <a:ea typeface="微软雅黑"/>
                  </a:rPr>
                  <a:t>一线城市起降、延误情况分析</a:t>
                </a:r>
                <a:endParaRPr lang="en-US" sz="1600" b="1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en-US" sz="2800" b="1" i="0" u="none">
                <a:solidFill>
                  <a:srgbClr val="2F2F2F"/>
                </a:solidFill>
                <a:ea typeface="微软雅黑"/>
              </a:rPr>
              <a:t>商务出行选择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AB5C68F-7E83-6AB9-3086-ABF27F16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156" y="1110829"/>
            <a:ext cx="3833065" cy="220875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30DA8A5-5120-591D-9BEC-B9624429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556" y="3897433"/>
            <a:ext cx="2461016" cy="211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8946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34d3e671-95ba-47bb-8812-bcdcc3ed1ae0.source.1.zh-Hans.pptx" descr="c8435ebb-e8c1-4d6c-87b2-23bf7bf400bd">
            <a:extLst>
              <a:ext uri="{FF2B5EF4-FFF2-40B4-BE49-F238E27FC236}">
                <a16:creationId xmlns:a16="http://schemas.microsoft.com/office/drawing/2014/main" id="{E06A0744-B7D4-A39B-41ED-FF006D7DF22B}"/>
              </a:ext>
            </a:extLst>
          </p:cNvPr>
          <p:cNvGrpSpPr/>
          <p:nvPr/>
        </p:nvGrpSpPr>
        <p:grpSpPr>
          <a:xfrm>
            <a:off x="-1073544" y="0"/>
            <a:ext cx="13265544" cy="4618509"/>
            <a:chOff x="-1073544" y="0"/>
            <a:chExt cx="13265544" cy="4618509"/>
          </a:xfrm>
        </p:grpSpPr>
        <p:sp>
          <p:nvSpPr>
            <p:cNvPr id="5" name="任意多边形: 形状 4" descr="ea1288b1-7af4-4055-8a8b-b1722a8746c1">
              <a:extLst>
                <a:ext uri="{FF2B5EF4-FFF2-40B4-BE49-F238E27FC236}">
                  <a16:creationId xmlns:a16="http://schemas.microsoft.com/office/drawing/2014/main" id="{C0CEB8FF-FE8A-9508-BB24-9032D99785EC}"/>
                </a:ext>
              </a:extLst>
            </p:cNvPr>
            <p:cNvSpPr/>
            <p:nvPr/>
          </p:nvSpPr>
          <p:spPr>
            <a:xfrm>
              <a:off x="0" y="0"/>
              <a:ext cx="12192000" cy="2895600"/>
            </a:xfrm>
            <a:custGeom>
              <a:avLst/>
              <a:gdLst>
                <a:gd name="connsiteX0" fmla="*/ 0 w 12192000"/>
                <a:gd name="connsiteY0" fmla="*/ 0 h 2757926"/>
                <a:gd name="connsiteX1" fmla="*/ 12192000 w 12192000"/>
                <a:gd name="connsiteY1" fmla="*/ 0 h 2757926"/>
                <a:gd name="connsiteX2" fmla="*/ 12192000 w 12192000"/>
                <a:gd name="connsiteY2" fmla="*/ 2757926 h 2757926"/>
                <a:gd name="connsiteX3" fmla="*/ 0 w 12192000"/>
                <a:gd name="connsiteY3" fmla="*/ 2757926 h 27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57926">
                  <a:moveTo>
                    <a:pt x="0" y="0"/>
                  </a:moveTo>
                  <a:lnTo>
                    <a:pt x="12192000" y="0"/>
                  </a:lnTo>
                  <a:lnTo>
                    <a:pt x="12192000" y="2757926"/>
                  </a:lnTo>
                  <a:lnTo>
                    <a:pt x="0" y="2757926"/>
                  </a:ln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" name="Title" descr="684b3a60-4692-458e-b321-863ae85eb098">
              <a:extLst>
                <a:ext uri="{FF2B5EF4-FFF2-40B4-BE49-F238E27FC236}">
                  <a16:creationId xmlns:a16="http://schemas.microsoft.com/office/drawing/2014/main" id="{91C6AD79-42E9-96B3-783D-1AA7F688C81E}"/>
                </a:ext>
              </a:extLst>
            </p:cNvPr>
            <p:cNvSpPr txBox="1"/>
            <p:nvPr/>
          </p:nvSpPr>
          <p:spPr>
            <a:xfrm>
              <a:off x="-1073544" y="1007219"/>
              <a:ext cx="7357500" cy="8001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zh-CN" altLang="en-US" sz="2400" b="1" dirty="0">
                  <a:solidFill>
                    <a:srgbClr val="2F2F2F"/>
                  </a:solidFill>
                  <a:ea typeface="微软雅黑"/>
                </a:rPr>
                <a:t>如何找到省心的性价比之王</a:t>
              </a:r>
              <a:endParaRPr lang="en-US" sz="2400" b="1" i="0" u="none" dirty="0">
                <a:solidFill>
                  <a:srgbClr val="2F2F2F"/>
                </a:solidFill>
                <a:ea typeface="微软雅黑"/>
              </a:endParaRPr>
            </a:p>
          </p:txBody>
        </p:sp>
        <p:cxnSp>
          <p:nvCxnSpPr>
            <p:cNvPr id="10" name="直接连接符 9" descr="6ef639f9-8084-4dbb-91cc-f39f403bf83c">
              <a:extLst>
                <a:ext uri="{FF2B5EF4-FFF2-40B4-BE49-F238E27FC236}">
                  <a16:creationId xmlns:a16="http://schemas.microsoft.com/office/drawing/2014/main" id="{33BF8E8F-D539-CC37-DBD3-C31792B8CAF8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304621"/>
              <a:ext cx="9417252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f4bb477b-d47b-4a46-a29c-ebd62d850495">
              <a:extLst>
                <a:ext uri="{FF2B5EF4-FFF2-40B4-BE49-F238E27FC236}">
                  <a16:creationId xmlns:a16="http://schemas.microsoft.com/office/drawing/2014/main" id="{4EE5B529-0C16-CAF2-3EA4-2E5AE61AC15E}"/>
                </a:ext>
              </a:extLst>
            </p:cNvPr>
            <p:cNvGrpSpPr/>
            <p:nvPr/>
          </p:nvGrpSpPr>
          <p:grpSpPr>
            <a:xfrm>
              <a:off x="660400" y="3132594"/>
              <a:ext cx="9417252" cy="1485915"/>
              <a:chOff x="660400" y="3132594"/>
              <a:chExt cx="9417252" cy="1485915"/>
            </a:xfrm>
          </p:grpSpPr>
          <p:sp>
            <p:nvSpPr>
              <p:cNvPr id="9" name="Number" descr="abbd55bc-dbcd-49bf-b66c-03e396169347">
                <a:extLst>
                  <a:ext uri="{FF2B5EF4-FFF2-40B4-BE49-F238E27FC236}">
                    <a16:creationId xmlns:a16="http://schemas.microsoft.com/office/drawing/2014/main" id="{D94F3A21-7507-78DF-4474-32123F3A9250}"/>
                  </a:ext>
                </a:extLst>
              </p:cNvPr>
              <p:cNvSpPr/>
              <p:nvPr/>
            </p:nvSpPr>
            <p:spPr>
              <a:xfrm>
                <a:off x="660400" y="3304621"/>
                <a:ext cx="766682" cy="841570"/>
              </a:xfrm>
              <a:prstGeom prst="flowChartOffpageConnec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2000" b="1" dirty="0">
                    <a:solidFill>
                      <a:srgbClr val="FFFFFF"/>
                    </a:solidFill>
                    <a:latin typeface="Arial"/>
                  </a:rPr>
                  <a:t>1</a:t>
                </a:r>
                <a:endParaRPr lang="en-US" sz="2000" b="1" i="0" u="none" dirty="0">
                  <a:solidFill>
                    <a:srgbClr val="FFFFFF"/>
                  </a:solidFill>
                  <a:latin typeface="Arial"/>
                </a:endParaRPr>
              </a:p>
            </p:txBody>
          </p:sp>
          <p:sp>
            <p:nvSpPr>
              <p:cNvPr id="11" name="Text" descr="4f7ff53a-6f1c-47df-865c-68385a524b62">
                <a:extLst>
                  <a:ext uri="{FF2B5EF4-FFF2-40B4-BE49-F238E27FC236}">
                    <a16:creationId xmlns:a16="http://schemas.microsoft.com/office/drawing/2014/main" id="{0B45BAB6-46BC-2650-2F66-A5F70D66E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59657" y="3673873"/>
                <a:ext cx="4014962" cy="9446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l">
                  <a:lnSpc>
                    <a:spcPct val="170000"/>
                  </a:lnSpc>
                </a:pPr>
                <a:r>
                  <a:rPr lang="zh-CN" altLang="en-US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我们解剖了主流航司、</a:t>
                </a:r>
                <a:r>
                  <a:rPr lang="en-US" altLang="zh-CN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OTA</a:t>
                </a:r>
                <a:r>
                  <a:rPr lang="zh-CN" altLang="en-US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平台在不同地区的价格表现，不同航司的独占航点等数据。</a:t>
                </a:r>
                <a:endParaRPr lang="en-US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4" name="Bullet" descr="c799f083-063a-4849-8197-a60eee06fba4">
                <a:extLst>
                  <a:ext uri="{FF2B5EF4-FFF2-40B4-BE49-F238E27FC236}">
                    <a16:creationId xmlns:a16="http://schemas.microsoft.com/office/drawing/2014/main" id="{7550DC7D-6448-F856-3704-9AF82A05DE39}"/>
                  </a:ext>
                </a:extLst>
              </p:cNvPr>
              <p:cNvSpPr txBox="1"/>
              <p:nvPr/>
            </p:nvSpPr>
            <p:spPr>
              <a:xfrm>
                <a:off x="1493188" y="3132594"/>
                <a:ext cx="8584464" cy="592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i="0" u="none" strike="noStrike" dirty="0">
                    <a:solidFill>
                      <a:srgbClr val="2F2F2F"/>
                    </a:solidFill>
                    <a:ea typeface="微软雅黑"/>
                  </a:rPr>
                  <a:t>深圳机场旅客机票选择指南</a:t>
                </a:r>
                <a:endParaRPr lang="en-US" sz="1600" b="1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2F2F2F"/>
                </a:solidFill>
                <a:ea typeface="微软雅黑"/>
              </a:rPr>
              <a:t>旅游</a:t>
            </a:r>
            <a:r>
              <a:rPr lang="en-US" sz="2800" b="1" i="0" u="none" dirty="0" err="1">
                <a:solidFill>
                  <a:srgbClr val="2F2F2F"/>
                </a:solidFill>
                <a:ea typeface="微软雅黑"/>
              </a:rPr>
              <a:t>出行选择</a:t>
            </a:r>
            <a:endParaRPr lang="en-US" sz="2800" b="1" i="0" u="none" dirty="0">
              <a:solidFill>
                <a:srgbClr val="2F2F2F"/>
              </a:solidFill>
              <a:ea typeface="微软雅黑"/>
            </a:endParaRPr>
          </a:p>
        </p:txBody>
      </p:sp>
      <p:pic>
        <p:nvPicPr>
          <p:cNvPr id="19" name="图片 18" descr="图示&#10;&#10;中度可信度描述已自动生成">
            <a:extLst>
              <a:ext uri="{FF2B5EF4-FFF2-40B4-BE49-F238E27FC236}">
                <a16:creationId xmlns:a16="http://schemas.microsoft.com/office/drawing/2014/main" id="{3D3A817E-F3E9-9F09-9D3A-C8BD803C46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238" y="585280"/>
            <a:ext cx="3848620" cy="5442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276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34d3e671-95ba-47bb-8812-bcdcc3ed1ae0.source.1.zh-Hans.pptx" descr="c8435ebb-e8c1-4d6c-87b2-23bf7bf400bd">
            <a:extLst>
              <a:ext uri="{FF2B5EF4-FFF2-40B4-BE49-F238E27FC236}">
                <a16:creationId xmlns:a16="http://schemas.microsoft.com/office/drawing/2014/main" id="{E06A0744-B7D4-A39B-41ED-FF006D7DF22B}"/>
              </a:ext>
            </a:extLst>
          </p:cNvPr>
          <p:cNvGrpSpPr/>
          <p:nvPr/>
        </p:nvGrpSpPr>
        <p:grpSpPr>
          <a:xfrm>
            <a:off x="-1073544" y="0"/>
            <a:ext cx="13265544" cy="4618509"/>
            <a:chOff x="-1073544" y="0"/>
            <a:chExt cx="13265544" cy="4618509"/>
          </a:xfrm>
        </p:grpSpPr>
        <p:sp>
          <p:nvSpPr>
            <p:cNvPr id="5" name="任意多边形: 形状 4" descr="ea1288b1-7af4-4055-8a8b-b1722a8746c1">
              <a:extLst>
                <a:ext uri="{FF2B5EF4-FFF2-40B4-BE49-F238E27FC236}">
                  <a16:creationId xmlns:a16="http://schemas.microsoft.com/office/drawing/2014/main" id="{C0CEB8FF-FE8A-9508-BB24-9032D99785EC}"/>
                </a:ext>
              </a:extLst>
            </p:cNvPr>
            <p:cNvSpPr/>
            <p:nvPr/>
          </p:nvSpPr>
          <p:spPr>
            <a:xfrm>
              <a:off x="0" y="0"/>
              <a:ext cx="12192000" cy="2895600"/>
            </a:xfrm>
            <a:custGeom>
              <a:avLst/>
              <a:gdLst>
                <a:gd name="connsiteX0" fmla="*/ 0 w 12192000"/>
                <a:gd name="connsiteY0" fmla="*/ 0 h 2757926"/>
                <a:gd name="connsiteX1" fmla="*/ 12192000 w 12192000"/>
                <a:gd name="connsiteY1" fmla="*/ 0 h 2757926"/>
                <a:gd name="connsiteX2" fmla="*/ 12192000 w 12192000"/>
                <a:gd name="connsiteY2" fmla="*/ 2757926 h 2757926"/>
                <a:gd name="connsiteX3" fmla="*/ 0 w 12192000"/>
                <a:gd name="connsiteY3" fmla="*/ 2757926 h 27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57926">
                  <a:moveTo>
                    <a:pt x="0" y="0"/>
                  </a:moveTo>
                  <a:lnTo>
                    <a:pt x="12192000" y="0"/>
                  </a:lnTo>
                  <a:lnTo>
                    <a:pt x="12192000" y="2757926"/>
                  </a:lnTo>
                  <a:lnTo>
                    <a:pt x="0" y="2757926"/>
                  </a:ln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" name="Title" descr="684b3a60-4692-458e-b321-863ae85eb098">
              <a:extLst>
                <a:ext uri="{FF2B5EF4-FFF2-40B4-BE49-F238E27FC236}">
                  <a16:creationId xmlns:a16="http://schemas.microsoft.com/office/drawing/2014/main" id="{91C6AD79-42E9-96B3-783D-1AA7F688C81E}"/>
                </a:ext>
              </a:extLst>
            </p:cNvPr>
            <p:cNvSpPr txBox="1"/>
            <p:nvPr/>
          </p:nvSpPr>
          <p:spPr>
            <a:xfrm>
              <a:off x="-1073544" y="1007219"/>
              <a:ext cx="7357500" cy="8001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zh-CN" altLang="en-US" sz="2400" b="1" dirty="0">
                  <a:solidFill>
                    <a:srgbClr val="2F2F2F"/>
                  </a:solidFill>
                  <a:ea typeface="微软雅黑"/>
                </a:rPr>
                <a:t>如何找到省心的性价比之王</a:t>
              </a:r>
              <a:endParaRPr lang="en-US" sz="2400" b="1" i="0" u="none" dirty="0">
                <a:solidFill>
                  <a:srgbClr val="2F2F2F"/>
                </a:solidFill>
                <a:ea typeface="微软雅黑"/>
              </a:endParaRPr>
            </a:p>
          </p:txBody>
        </p:sp>
        <p:cxnSp>
          <p:nvCxnSpPr>
            <p:cNvPr id="10" name="直接连接符 9" descr="6ef639f9-8084-4dbb-91cc-f39f403bf83c">
              <a:extLst>
                <a:ext uri="{FF2B5EF4-FFF2-40B4-BE49-F238E27FC236}">
                  <a16:creationId xmlns:a16="http://schemas.microsoft.com/office/drawing/2014/main" id="{33BF8E8F-D539-CC37-DBD3-C31792B8CAF8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304621"/>
              <a:ext cx="9417252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f4bb477b-d47b-4a46-a29c-ebd62d850495">
              <a:extLst>
                <a:ext uri="{FF2B5EF4-FFF2-40B4-BE49-F238E27FC236}">
                  <a16:creationId xmlns:a16="http://schemas.microsoft.com/office/drawing/2014/main" id="{4EE5B529-0C16-CAF2-3EA4-2E5AE61AC15E}"/>
                </a:ext>
              </a:extLst>
            </p:cNvPr>
            <p:cNvGrpSpPr/>
            <p:nvPr/>
          </p:nvGrpSpPr>
          <p:grpSpPr>
            <a:xfrm>
              <a:off x="660400" y="3132594"/>
              <a:ext cx="9417252" cy="1485915"/>
              <a:chOff x="660400" y="3132594"/>
              <a:chExt cx="9417252" cy="1485915"/>
            </a:xfrm>
          </p:grpSpPr>
          <p:sp>
            <p:nvSpPr>
              <p:cNvPr id="9" name="Number" descr="abbd55bc-dbcd-49bf-b66c-03e396169347">
                <a:extLst>
                  <a:ext uri="{FF2B5EF4-FFF2-40B4-BE49-F238E27FC236}">
                    <a16:creationId xmlns:a16="http://schemas.microsoft.com/office/drawing/2014/main" id="{D94F3A21-7507-78DF-4474-32123F3A9250}"/>
                  </a:ext>
                </a:extLst>
              </p:cNvPr>
              <p:cNvSpPr/>
              <p:nvPr/>
            </p:nvSpPr>
            <p:spPr>
              <a:xfrm>
                <a:off x="660400" y="3304621"/>
                <a:ext cx="766682" cy="841570"/>
              </a:xfrm>
              <a:prstGeom prst="flowChartOffpageConnec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2000" b="1" i="0" u="none" dirty="0">
                    <a:solidFill>
                      <a:srgbClr val="FFFFFF"/>
                    </a:solidFill>
                    <a:latin typeface="Arial"/>
                  </a:rPr>
                  <a:t>2</a:t>
                </a:r>
              </a:p>
            </p:txBody>
          </p:sp>
          <p:sp>
            <p:nvSpPr>
              <p:cNvPr id="11" name="Text" descr="4f7ff53a-6f1c-47df-865c-68385a524b62">
                <a:extLst>
                  <a:ext uri="{FF2B5EF4-FFF2-40B4-BE49-F238E27FC236}">
                    <a16:creationId xmlns:a16="http://schemas.microsoft.com/office/drawing/2014/main" id="{0B45BAB6-46BC-2650-2F66-A5F70D66E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59657" y="3673873"/>
                <a:ext cx="4014962" cy="94463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l">
                  <a:lnSpc>
                    <a:spcPct val="170000"/>
                  </a:lnSpc>
                </a:pPr>
                <a:r>
                  <a:rPr lang="zh-CN" altLang="en-US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南航总体在中部地区和新疆西藏航线优势明显</a:t>
                </a:r>
                <a:endParaRPr lang="en-US" altLang="zh-CN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  <a:p>
                <a:pPr algn="l">
                  <a:lnSpc>
                    <a:spcPct val="170000"/>
                  </a:lnSpc>
                </a:pP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深航则更注重省会航线</a:t>
                </a:r>
                <a:endParaRPr lang="en-US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4" name="Bullet" descr="c799f083-063a-4849-8197-a60eee06fba4">
                <a:extLst>
                  <a:ext uri="{FF2B5EF4-FFF2-40B4-BE49-F238E27FC236}">
                    <a16:creationId xmlns:a16="http://schemas.microsoft.com/office/drawing/2014/main" id="{7550DC7D-6448-F856-3704-9AF82A05DE39}"/>
                  </a:ext>
                </a:extLst>
              </p:cNvPr>
              <p:cNvSpPr txBox="1"/>
              <p:nvPr/>
            </p:nvSpPr>
            <p:spPr>
              <a:xfrm>
                <a:off x="1493188" y="3132594"/>
                <a:ext cx="8584464" cy="592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i="0" u="none" strike="noStrike" dirty="0">
                    <a:solidFill>
                      <a:srgbClr val="2F2F2F"/>
                    </a:solidFill>
                    <a:ea typeface="微软雅黑"/>
                  </a:rPr>
                  <a:t>深航南航独占航点分析</a:t>
                </a:r>
                <a:endParaRPr lang="en-US" sz="1600" b="1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2F2F2F"/>
                </a:solidFill>
                <a:ea typeface="微软雅黑"/>
              </a:rPr>
              <a:t>旅游</a:t>
            </a:r>
            <a:r>
              <a:rPr lang="en-US" sz="2800" b="1" i="0" u="none" dirty="0" err="1">
                <a:solidFill>
                  <a:srgbClr val="2F2F2F"/>
                </a:solidFill>
                <a:ea typeface="微软雅黑"/>
              </a:rPr>
              <a:t>出行选择</a:t>
            </a:r>
            <a:endParaRPr lang="en-US" sz="2800" b="1" i="0" u="none" dirty="0">
              <a:solidFill>
                <a:srgbClr val="2F2F2F"/>
              </a:solidFill>
              <a:ea typeface="微软雅黑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1AC05E9C-2E96-40E7-F571-614A4C4E2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941" y="1095033"/>
            <a:ext cx="4936158" cy="412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95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34d3e671-95ba-47bb-8812-bcdcc3ed1ae0.source.1.zh-Hans.pptx" descr="c8435ebb-e8c1-4d6c-87b2-23bf7bf400bd">
            <a:extLst>
              <a:ext uri="{FF2B5EF4-FFF2-40B4-BE49-F238E27FC236}">
                <a16:creationId xmlns:a16="http://schemas.microsoft.com/office/drawing/2014/main" id="{E06A0744-B7D4-A39B-41ED-FF006D7DF22B}"/>
              </a:ext>
            </a:extLst>
          </p:cNvPr>
          <p:cNvGrpSpPr/>
          <p:nvPr/>
        </p:nvGrpSpPr>
        <p:grpSpPr>
          <a:xfrm>
            <a:off x="-1073544" y="0"/>
            <a:ext cx="13265544" cy="5899354"/>
            <a:chOff x="-1073544" y="0"/>
            <a:chExt cx="13265544" cy="5899354"/>
          </a:xfrm>
        </p:grpSpPr>
        <p:sp>
          <p:nvSpPr>
            <p:cNvPr id="5" name="任意多边形: 形状 4" descr="ea1288b1-7af4-4055-8a8b-b1722a8746c1">
              <a:extLst>
                <a:ext uri="{FF2B5EF4-FFF2-40B4-BE49-F238E27FC236}">
                  <a16:creationId xmlns:a16="http://schemas.microsoft.com/office/drawing/2014/main" id="{C0CEB8FF-FE8A-9508-BB24-9032D99785EC}"/>
                </a:ext>
              </a:extLst>
            </p:cNvPr>
            <p:cNvSpPr/>
            <p:nvPr/>
          </p:nvSpPr>
          <p:spPr>
            <a:xfrm>
              <a:off x="0" y="0"/>
              <a:ext cx="12192000" cy="2895600"/>
            </a:xfrm>
            <a:custGeom>
              <a:avLst/>
              <a:gdLst>
                <a:gd name="connsiteX0" fmla="*/ 0 w 12192000"/>
                <a:gd name="connsiteY0" fmla="*/ 0 h 2757926"/>
                <a:gd name="connsiteX1" fmla="*/ 12192000 w 12192000"/>
                <a:gd name="connsiteY1" fmla="*/ 0 h 2757926"/>
                <a:gd name="connsiteX2" fmla="*/ 12192000 w 12192000"/>
                <a:gd name="connsiteY2" fmla="*/ 2757926 h 2757926"/>
                <a:gd name="connsiteX3" fmla="*/ 0 w 12192000"/>
                <a:gd name="connsiteY3" fmla="*/ 2757926 h 2757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92000" h="2757926">
                  <a:moveTo>
                    <a:pt x="0" y="0"/>
                  </a:moveTo>
                  <a:lnTo>
                    <a:pt x="12192000" y="0"/>
                  </a:lnTo>
                  <a:lnTo>
                    <a:pt x="12192000" y="2757926"/>
                  </a:lnTo>
                  <a:lnTo>
                    <a:pt x="0" y="2757926"/>
                  </a:lnTo>
                  <a:close/>
                </a:path>
              </a:pathLst>
            </a:custGeom>
            <a:solidFill>
              <a:schemeClr val="accent2">
                <a:alpha val="1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 anchorCtr="0"/>
            <a:lstStyle/>
            <a:p>
              <a:pPr algn="l"/>
              <a:endParaRPr/>
            </a:p>
          </p:txBody>
        </p:sp>
        <p:sp>
          <p:nvSpPr>
            <p:cNvPr id="7" name="Title" descr="684b3a60-4692-458e-b321-863ae85eb098">
              <a:extLst>
                <a:ext uri="{FF2B5EF4-FFF2-40B4-BE49-F238E27FC236}">
                  <a16:creationId xmlns:a16="http://schemas.microsoft.com/office/drawing/2014/main" id="{91C6AD79-42E9-96B3-783D-1AA7F688C81E}"/>
                </a:ext>
              </a:extLst>
            </p:cNvPr>
            <p:cNvSpPr txBox="1"/>
            <p:nvPr/>
          </p:nvSpPr>
          <p:spPr>
            <a:xfrm>
              <a:off x="-1073544" y="1007219"/>
              <a:ext cx="7357500" cy="800100"/>
            </a:xfrm>
            <a:prstGeom prst="rect">
              <a:avLst/>
            </a:prstGeom>
            <a:noFill/>
          </p:spPr>
          <p:txBody>
            <a:bodyPr vert="horz" wrap="square" rtlCol="0" anchor="t" anchorCtr="0">
              <a:normAutofit/>
            </a:bodyPr>
            <a:lstStyle/>
            <a:p>
              <a:pPr algn="ctr"/>
              <a:r>
                <a:rPr lang="zh-CN" altLang="en-US" sz="2400" b="1" dirty="0">
                  <a:solidFill>
                    <a:srgbClr val="2F2F2F"/>
                  </a:solidFill>
                  <a:ea typeface="微软雅黑"/>
                </a:rPr>
                <a:t>如何找到省心的性价比之王</a:t>
              </a:r>
              <a:endParaRPr lang="en-US" sz="2400" b="1" i="0" u="none" dirty="0">
                <a:solidFill>
                  <a:srgbClr val="2F2F2F"/>
                </a:solidFill>
                <a:ea typeface="微软雅黑"/>
              </a:endParaRPr>
            </a:p>
          </p:txBody>
        </p:sp>
        <p:cxnSp>
          <p:nvCxnSpPr>
            <p:cNvPr id="10" name="直接连接符 9" descr="6ef639f9-8084-4dbb-91cc-f39f403bf83c">
              <a:extLst>
                <a:ext uri="{FF2B5EF4-FFF2-40B4-BE49-F238E27FC236}">
                  <a16:creationId xmlns:a16="http://schemas.microsoft.com/office/drawing/2014/main" id="{33BF8E8F-D539-CC37-DBD3-C31792B8CAF8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" y="3304621"/>
              <a:ext cx="9417252" cy="0"/>
            </a:xfrm>
            <a:prstGeom prst="line">
              <a:avLst/>
            </a:prstGeom>
            <a:ln>
              <a:solidFill>
                <a:schemeClr val="tx1">
                  <a:alpha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组合 11" descr="f4bb477b-d47b-4a46-a29c-ebd62d850495">
              <a:extLst>
                <a:ext uri="{FF2B5EF4-FFF2-40B4-BE49-F238E27FC236}">
                  <a16:creationId xmlns:a16="http://schemas.microsoft.com/office/drawing/2014/main" id="{4EE5B529-0C16-CAF2-3EA4-2E5AE61AC15E}"/>
                </a:ext>
              </a:extLst>
            </p:cNvPr>
            <p:cNvGrpSpPr/>
            <p:nvPr/>
          </p:nvGrpSpPr>
          <p:grpSpPr>
            <a:xfrm>
              <a:off x="660400" y="3132594"/>
              <a:ext cx="9417252" cy="2766760"/>
              <a:chOff x="660400" y="3132594"/>
              <a:chExt cx="9417252" cy="2766760"/>
            </a:xfrm>
          </p:grpSpPr>
          <p:sp>
            <p:nvSpPr>
              <p:cNvPr id="9" name="Number" descr="abbd55bc-dbcd-49bf-b66c-03e396169347">
                <a:extLst>
                  <a:ext uri="{FF2B5EF4-FFF2-40B4-BE49-F238E27FC236}">
                    <a16:creationId xmlns:a16="http://schemas.microsoft.com/office/drawing/2014/main" id="{D94F3A21-7507-78DF-4474-32123F3A9250}"/>
                  </a:ext>
                </a:extLst>
              </p:cNvPr>
              <p:cNvSpPr/>
              <p:nvPr/>
            </p:nvSpPr>
            <p:spPr>
              <a:xfrm>
                <a:off x="660400" y="3304621"/>
                <a:ext cx="766682" cy="841570"/>
              </a:xfrm>
              <a:prstGeom prst="flowChartOffpageConnector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2000" b="1" i="0" u="none" dirty="0">
                    <a:solidFill>
                      <a:srgbClr val="FFFFFF"/>
                    </a:solidFill>
                    <a:latin typeface="Arial"/>
                  </a:rPr>
                  <a:t>3</a:t>
                </a:r>
              </a:p>
            </p:txBody>
          </p:sp>
          <p:sp>
            <p:nvSpPr>
              <p:cNvPr id="11" name="Text" descr="4f7ff53a-6f1c-47df-865c-68385a524b62">
                <a:extLst>
                  <a:ext uri="{FF2B5EF4-FFF2-40B4-BE49-F238E27FC236}">
                    <a16:creationId xmlns:a16="http://schemas.microsoft.com/office/drawing/2014/main" id="{0B45BAB6-46BC-2650-2F66-A5F70D66ED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89136" y="3698155"/>
                <a:ext cx="4551803" cy="2201199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algn="l">
                  <a:lnSpc>
                    <a:spcPct val="170000"/>
                  </a:lnSpc>
                </a:pP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普遍来看，</a:t>
                </a:r>
                <a:r>
                  <a:rPr lang="en-US" altLang="zh-CN" sz="1400" dirty="0">
                    <a:solidFill>
                      <a:srgbClr val="2F2F2F"/>
                    </a:solidFill>
                    <a:ea typeface="微软雅黑"/>
                  </a:rPr>
                  <a:t>OTA</a:t>
                </a: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价格明显占优。但考虑到廉航的低价优势，</a:t>
                </a:r>
                <a:r>
                  <a:rPr lang="en-US" altLang="zh-CN" sz="1400" dirty="0">
                    <a:solidFill>
                      <a:srgbClr val="2F2F2F"/>
                    </a:solidFill>
                    <a:ea typeface="微软雅黑"/>
                  </a:rPr>
                  <a:t>OTA</a:t>
                </a:r>
                <a:r>
                  <a:rPr lang="zh-CN" altLang="en-US" sz="1400" dirty="0">
                    <a:solidFill>
                      <a:srgbClr val="2F2F2F"/>
                    </a:solidFill>
                    <a:ea typeface="微软雅黑"/>
                  </a:rPr>
                  <a:t>平台在全服务航司的定价可能有“杀熟”嫌疑。</a:t>
                </a:r>
                <a:endParaRPr lang="en-US" altLang="zh-CN" sz="1400" dirty="0">
                  <a:solidFill>
                    <a:srgbClr val="2F2F2F"/>
                  </a:solidFill>
                  <a:ea typeface="微软雅黑"/>
                </a:endParaRPr>
              </a:p>
              <a:p>
                <a:pPr algn="l">
                  <a:lnSpc>
                    <a:spcPct val="170000"/>
                  </a:lnSpc>
                </a:pPr>
                <a:r>
                  <a:rPr lang="zh-CN" altLang="en-US" sz="1400" b="0" i="0" u="none" strike="noStrike" dirty="0">
                    <a:solidFill>
                      <a:srgbClr val="2F2F2F"/>
                    </a:solidFill>
                    <a:ea typeface="微软雅黑"/>
                  </a:rPr>
                  <a:t>这点在同程上尤为明显。</a:t>
                </a:r>
                <a:endParaRPr lang="en-US" sz="1400" b="0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  <p:sp>
            <p:nvSpPr>
              <p:cNvPr id="4" name="Bullet" descr="c799f083-063a-4849-8197-a60eee06fba4">
                <a:extLst>
                  <a:ext uri="{FF2B5EF4-FFF2-40B4-BE49-F238E27FC236}">
                    <a16:creationId xmlns:a16="http://schemas.microsoft.com/office/drawing/2014/main" id="{7550DC7D-6448-F856-3704-9AF82A05DE39}"/>
                  </a:ext>
                </a:extLst>
              </p:cNvPr>
              <p:cNvSpPr txBox="1"/>
              <p:nvPr/>
            </p:nvSpPr>
            <p:spPr>
              <a:xfrm>
                <a:off x="1493188" y="3132594"/>
                <a:ext cx="8584464" cy="5928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b" anchorCtr="0">
                <a:normAutofit/>
              </a:bodyPr>
              <a:lstStyle/>
              <a:p>
                <a:pPr algn="l"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sz="1600" b="1" i="0" u="none" strike="noStrike" dirty="0">
                    <a:solidFill>
                      <a:srgbClr val="2F2F2F"/>
                    </a:solidFill>
                    <a:ea typeface="微软雅黑"/>
                  </a:rPr>
                  <a:t>各平台价格情况分析</a:t>
                </a:r>
                <a:endParaRPr lang="en-US" sz="1600" b="1" i="0" u="none" strike="noStrike" dirty="0">
                  <a:solidFill>
                    <a:srgbClr val="2F2F2F"/>
                  </a:solidFill>
                  <a:ea typeface="微软雅黑"/>
                </a:endParaRPr>
              </a:p>
            </p:txBody>
          </p:sp>
        </p:grpSp>
      </p:grpSp>
      <p:sp>
        <p:nvSpPr>
          <p:cNvPr id="2" name="标题 1" descr="a9c7d3b3-7f22-4363-b047-811bb6cfa23a"/>
          <p:cNvSpPr>
            <a:spLocks noGrp="1"/>
          </p:cNvSpPr>
          <p:nvPr>
            <p:ph type="title" hasCustomPrompt="1"/>
          </p:nvPr>
        </p:nvSpPr>
        <p:spPr/>
        <p:txBody>
          <a:bodyPr anchorCtr="0"/>
          <a:lstStyle/>
          <a:p>
            <a:pPr algn="l">
              <a:lnSpc>
                <a:spcPct val="100000"/>
              </a:lnSpc>
              <a:spcBef>
                <a:spcPct val="0"/>
              </a:spcBef>
            </a:pPr>
            <a:r>
              <a:rPr lang="zh-CN" altLang="en-US" dirty="0">
                <a:solidFill>
                  <a:srgbClr val="2F2F2F"/>
                </a:solidFill>
                <a:ea typeface="微软雅黑"/>
              </a:rPr>
              <a:t>旅游</a:t>
            </a:r>
            <a:r>
              <a:rPr lang="en-US" sz="2800" b="1" i="0" u="none" dirty="0" err="1">
                <a:solidFill>
                  <a:srgbClr val="2F2F2F"/>
                </a:solidFill>
                <a:ea typeface="微软雅黑"/>
              </a:rPr>
              <a:t>出行选择</a:t>
            </a:r>
            <a:endParaRPr lang="en-US" sz="2800" b="1" i="0" u="none" dirty="0">
              <a:solidFill>
                <a:srgbClr val="2F2F2F"/>
              </a:solidFill>
              <a:ea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BD0222E-E4B8-B76F-1E31-E974338AD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3920" y="128587"/>
            <a:ext cx="4081125" cy="349810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438D6FA-A51E-881D-B10B-360059D9B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910" y="3553379"/>
            <a:ext cx="3513474" cy="301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44497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8.0.0"/>
  <p:tag name="AS_OS" val="Microsoft Windows NT 10.0.22631.0"/>
  <p:tag name="AS_RELEASE_DATE" val="2023.10.14"/>
  <p:tag name="AS_TITLE" val="Aspose.Slides for .NET6"/>
  <p:tag name="AS_VERSION" val="23.10"/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5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00ACEE"/>
      </a:accent1>
      <a:accent2>
        <a:srgbClr val="9787F5"/>
      </a:accent2>
      <a:accent3>
        <a:srgbClr val="1582C8"/>
      </a:accent3>
      <a:accent4>
        <a:srgbClr val="0552A4"/>
      </a:accent4>
      <a:accent5>
        <a:srgbClr val="5C92CD"/>
      </a:accent5>
      <a:accent6>
        <a:srgbClr val="868AD7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lid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等线 Light" panose="020F0302020204030204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等线" panose="020F0502020204030204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2885</TotalTime>
  <Words>345</Words>
  <Application>Microsoft Office PowerPoint</Application>
  <PresentationFormat>宽屏</PresentationFormat>
  <Paragraphs>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微软雅黑</vt:lpstr>
      <vt:lpstr>Arial</vt:lpstr>
      <vt:lpstr>Designed by iSlide</vt:lpstr>
      <vt:lpstr>信息可视化 结课汇报</vt:lpstr>
      <vt:lpstr>目录</vt:lpstr>
      <vt:lpstr>研究背景与目的 出行需求差异</vt:lpstr>
      <vt:lpstr>数据采集与分析</vt:lpstr>
      <vt:lpstr>研究成果</vt:lpstr>
      <vt:lpstr>商务出行选择</vt:lpstr>
      <vt:lpstr>商务出行选择</vt:lpstr>
      <vt:lpstr>商务出行选择</vt:lpstr>
      <vt:lpstr>旅游出行选择</vt:lpstr>
      <vt:lpstr>旅游出行选择</vt:lpstr>
      <vt:lpstr>旅游出行选择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iSlide</dc:creator>
  <cp:lastModifiedBy>Ning Cody</cp:lastModifiedBy>
  <cp:revision>3</cp:revision>
  <cp:lastPrinted>2023-11-06T16:00:00Z</cp:lastPrinted>
  <dcterms:created xsi:type="dcterms:W3CDTF">2023-11-06T16:00:00Z</dcterms:created>
  <dcterms:modified xsi:type="dcterms:W3CDTF">2025-12-24T14:32:40Z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0a37d0da-df1c-4348-b0d8-2543bf21cd63</vt:lpwstr>
  </property>
</Properties>
</file>